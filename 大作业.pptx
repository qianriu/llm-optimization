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36" r:id="rId3"/>
    <p:sldId id="262" r:id="rId4"/>
    <p:sldId id="328" r:id="rId5"/>
    <p:sldId id="329" r:id="rId6"/>
    <p:sldId id="330" r:id="rId7"/>
    <p:sldId id="331" r:id="rId8"/>
    <p:sldId id="332" r:id="rId9"/>
    <p:sldId id="320" r:id="rId10"/>
    <p:sldId id="301" r:id="rId11"/>
    <p:sldId id="335" r:id="rId12"/>
    <p:sldId id="318" r:id="rId13"/>
    <p:sldId id="327" r:id="rId14"/>
  </p:sldIdLst>
  <p:sldSz cx="9144000" cy="6858000" type="letter"/>
  <p:notesSz cx="7019925" cy="9305925"/>
  <p:custDataLst>
    <p:tags r:id="rId21"/>
  </p:custDataLst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e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6F"/>
    <a:srgbClr val="003D72"/>
    <a:srgbClr val="4BAEFF"/>
    <a:srgbClr val="0073CF"/>
    <a:srgbClr val="FF0066"/>
    <a:srgbClr val="E37221"/>
    <a:srgbClr val="F0B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7" autoAdjust="0"/>
    <p:restoredTop sz="88536"/>
  </p:normalViewPr>
  <p:slideViewPr>
    <p:cSldViewPr showGuides="1">
      <p:cViewPr varScale="1">
        <p:scale>
          <a:sx n="103" d="100"/>
          <a:sy n="103" d="100"/>
        </p:scale>
        <p:origin x="2112" y="176"/>
      </p:cViewPr>
      <p:guideLst>
        <p:guide orient="horz" pos="2205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5004" y="88"/>
      </p:cViewPr>
      <p:guideLst>
        <p:guide orient="horz" pos="2905"/>
        <p:guide pos="21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#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#4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#5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256CA7-BD0F-4FC3-AAC3-B55530C53448}" type="doc">
      <dgm:prSet loTypeId="urn:microsoft.com/office/officeart/2005/8/layout/chevron2" loCatId="process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C56D911D-E42F-4B34-9158-8C165166FA71}">
      <dgm:prSet/>
      <dgm:spPr>
        <a:xfrm rot="5400000">
          <a:off x="-195122" y="195700"/>
          <a:ext cx="1300818" cy="910573"/>
        </a:xfrm>
        <a:prstGeom prst="chevron">
          <a:avLst/>
        </a:prstGeom>
        <a:solidFill>
          <a:srgbClr val="1F4D7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25F76E0-C682-4935-A56A-E4D1E05B371A}" cxnId="{8A2888BF-F9EA-4539-BCF1-DAC612566E71}" type="parTrans">
      <dgm:prSet/>
      <dgm:spPr/>
      <dgm:t>
        <a:bodyPr/>
        <a:lstStyle/>
        <a:p>
          <a:endParaRPr lang="zh-CN" altLang="en-US"/>
        </a:p>
      </dgm:t>
    </dgm:pt>
    <dgm:pt modelId="{AEAC5D76-D8FB-4F4A-8289-E3ABB99C8F71}" cxnId="{8A2888BF-F9EA-4539-BCF1-DAC612566E71}" type="sibTrans">
      <dgm:prSet/>
      <dgm:spPr/>
      <dgm:t>
        <a:bodyPr/>
        <a:lstStyle/>
        <a:p>
          <a:endParaRPr lang="zh-CN" altLang="en-US"/>
        </a:p>
      </dgm:t>
    </dgm:pt>
    <dgm:pt modelId="{CE5BB9AB-D74A-4B25-9B44-8D0E2ABCAA55}">
      <dgm:prSet custT="1"/>
      <dgm:spPr>
        <a:xfrm rot="5400000">
          <a:off x="2969008" y="-903251"/>
          <a:ext cx="845532" cy="496240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33A15166-F2A3-4A13-9D2A-0C77A0C85FEA}" cxnId="{4DEDAC3C-93CE-4C9E-838E-3D9C85E7CE7F}" type="parTrans">
      <dgm:prSet/>
      <dgm:spPr/>
      <dgm:t>
        <a:bodyPr/>
        <a:lstStyle/>
        <a:p>
          <a:endParaRPr lang="zh-CN" altLang="en-US"/>
        </a:p>
      </dgm:t>
    </dgm:pt>
    <dgm:pt modelId="{CBA13977-E545-473C-91E9-AF9AAB6454D3}" cxnId="{4DEDAC3C-93CE-4C9E-838E-3D9C85E7CE7F}" type="sibTrans">
      <dgm:prSet/>
      <dgm:spPr/>
      <dgm:t>
        <a:bodyPr/>
        <a:lstStyle/>
        <a:p>
          <a:endParaRPr lang="zh-CN" altLang="en-US"/>
        </a:p>
      </dgm:t>
    </dgm:pt>
    <dgm:pt modelId="{1F54DC7A-C7CD-421B-916D-B11B2A5C7932}">
      <dgm:prSet custT="1"/>
      <dgm:spPr>
        <a:xfrm rot="5400000">
          <a:off x="2969008" y="251353"/>
          <a:ext cx="845532" cy="496240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68334605-8A11-4DF7-97FB-9FC8AAFCE95C}" cxnId="{1D13903E-4FA5-479A-BE27-0BE418F398AB}" type="parTrans">
      <dgm:prSet/>
      <dgm:spPr/>
      <dgm:t>
        <a:bodyPr/>
        <a:lstStyle/>
        <a:p>
          <a:endParaRPr lang="zh-CN" altLang="en-US"/>
        </a:p>
      </dgm:t>
    </dgm:pt>
    <dgm:pt modelId="{C556DC77-D4E9-4AF4-826B-E5C48333DA5B}" cxnId="{1D13903E-4FA5-479A-BE27-0BE418F398AB}" type="sibTrans">
      <dgm:prSet/>
      <dgm:spPr/>
      <dgm:t>
        <a:bodyPr/>
        <a:lstStyle/>
        <a:p>
          <a:endParaRPr lang="zh-CN" altLang="en-US"/>
        </a:p>
      </dgm:t>
    </dgm:pt>
    <dgm:pt modelId="{B335BE94-D3F0-4F39-85DB-E74D0D21E749}">
      <dgm:prSet custT="1"/>
      <dgm:spPr>
        <a:xfrm rot="5400000">
          <a:off x="2969008" y="1405959"/>
          <a:ext cx="845532" cy="496240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宏观计算架构适配层面</a:t>
          </a:r>
        </a:p>
      </dgm:t>
    </dgm:pt>
    <dgm:pt modelId="{C407563F-3CA9-45BB-A8BC-89FB4892A936}" cxnId="{F048AABB-673F-4FE0-88ED-55A69CBA82AE}" type="parTrans">
      <dgm:prSet/>
      <dgm:spPr/>
      <dgm:t>
        <a:bodyPr/>
        <a:lstStyle/>
        <a:p>
          <a:endParaRPr lang="zh-CN" altLang="en-US"/>
        </a:p>
      </dgm:t>
    </dgm:pt>
    <dgm:pt modelId="{7CD650F7-4961-4495-B4C5-FB4A3030DD06}" cxnId="{F048AABB-673F-4FE0-88ED-55A69CBA82AE}" type="sibTrans">
      <dgm:prSet/>
      <dgm:spPr/>
      <dgm:t>
        <a:bodyPr/>
        <a:lstStyle/>
        <a:p>
          <a:endParaRPr lang="zh-CN" altLang="en-US"/>
        </a:p>
      </dgm:t>
    </dgm:pt>
    <dgm:pt modelId="{B5B009B0-BBBF-487A-AB77-408FD63EAAEA}">
      <dgm:prSet custT="1"/>
      <dgm:spPr>
        <a:xfrm rot="5400000">
          <a:off x="2969008" y="-2057857"/>
          <a:ext cx="845532" cy="496240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</a:p>
      </dgm:t>
    </dgm:pt>
    <dgm:pt modelId="{07BD23D6-17A4-4C4C-8617-C925DA71AF06}" cxnId="{CD34A975-EB91-4A4D-BB61-77FADDE8D942}" type="parTrans">
      <dgm:prSet/>
      <dgm:spPr/>
      <dgm:t>
        <a:bodyPr/>
        <a:lstStyle/>
        <a:p>
          <a:endParaRPr lang="zh-CN" altLang="en-US"/>
        </a:p>
      </dgm:t>
    </dgm:pt>
    <dgm:pt modelId="{EC3E7B90-771C-4967-AF41-9DE3DB0F12BE}" cxnId="{CD34A975-EB91-4A4D-BB61-77FADDE8D942}" type="sibTrans">
      <dgm:prSet/>
      <dgm:spPr/>
      <dgm:t>
        <a:bodyPr/>
        <a:lstStyle/>
        <a:p>
          <a:endParaRPr lang="zh-CN" altLang="en-US"/>
        </a:p>
      </dgm:t>
    </dgm:pt>
    <dgm:pt modelId="{2026502C-D511-45DE-A783-57786149DE22}">
      <dgm:prSet/>
      <dgm:spPr>
        <a:xfrm rot="5400000">
          <a:off x="-195122" y="2504911"/>
          <a:ext cx="1300818" cy="910573"/>
        </a:xfrm>
        <a:prstGeom prst="chevron">
          <a:avLst/>
        </a:prstGeom>
        <a:solidFill>
          <a:srgbClr val="1F4D78">
            <a:hueOff val="-7389318"/>
            <a:satOff val="16657"/>
            <a:lumOff val="17647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4BC8F44-372E-495E-BA3D-625E3E59B43E}" cxnId="{FBE49687-850F-4B3E-A5D4-8B7BF83F2640}" type="parTrans">
      <dgm:prSet/>
      <dgm:spPr/>
      <dgm:t>
        <a:bodyPr/>
        <a:lstStyle/>
        <a:p>
          <a:endParaRPr lang="zh-CN" altLang="en-US"/>
        </a:p>
      </dgm:t>
    </dgm:pt>
    <dgm:pt modelId="{1723D59F-D0C9-4C8F-B743-A55B1E2C87F3}" cxnId="{FBE49687-850F-4B3E-A5D4-8B7BF83F2640}" type="sibTrans">
      <dgm:prSet/>
      <dgm:spPr/>
      <dgm:t>
        <a:bodyPr/>
        <a:lstStyle/>
        <a:p>
          <a:endParaRPr lang="zh-CN" altLang="en-US"/>
        </a:p>
      </dgm:t>
    </dgm:pt>
    <dgm:pt modelId="{F7352163-9128-4F26-80FF-A5D53762F292}">
      <dgm:prSet/>
      <dgm:spPr>
        <a:xfrm rot="5400000">
          <a:off x="-195122" y="3659517"/>
          <a:ext cx="1300818" cy="910573"/>
        </a:xfrm>
        <a:prstGeom prst="chevron">
          <a:avLst/>
        </a:prstGeom>
        <a:solidFill>
          <a:srgbClr val="1F4D78">
            <a:hueOff val="-11083976"/>
            <a:satOff val="24985"/>
            <a:lumOff val="26471"/>
            <a:alphaOff val="0"/>
          </a:srgbClr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F9FEFF67-2A62-4E84-B296-5E0FC9668FAF}" cxnId="{26A8EB13-B9E5-410D-8C3B-F98D23762B25}" type="parTrans">
      <dgm:prSet/>
      <dgm:spPr/>
      <dgm:t>
        <a:bodyPr/>
        <a:lstStyle/>
        <a:p>
          <a:endParaRPr lang="zh-CN" altLang="en-US"/>
        </a:p>
      </dgm:t>
    </dgm:pt>
    <dgm:pt modelId="{BCF810AC-2176-4FB5-9FE1-0492808820B9}" cxnId="{26A8EB13-B9E5-410D-8C3B-F98D23762B25}" type="sibTrans">
      <dgm:prSet/>
      <dgm:spPr/>
      <dgm:t>
        <a:bodyPr/>
        <a:lstStyle/>
        <a:p>
          <a:endParaRPr lang="zh-CN" altLang="en-US"/>
        </a:p>
      </dgm:t>
    </dgm:pt>
    <dgm:pt modelId="{B44E7F39-24FE-479E-A3B8-D17B883B6265}">
      <dgm:prSet/>
      <dgm:spPr>
        <a:xfrm rot="5400000">
          <a:off x="-195122" y="1350306"/>
          <a:ext cx="1300818" cy="910573"/>
        </a:xfrm>
        <a:prstGeom prst="chevron">
          <a:avLst/>
        </a:prstGeom>
        <a:solidFill>
          <a:srgbClr val="1F4D78">
            <a:hueOff val="-3694659"/>
            <a:satOff val="8328"/>
            <a:lumOff val="8824"/>
            <a:alphaOff val="0"/>
          </a:srgbClr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E0F8693D-83AC-4266-9DF8-F8A7AD49D863}" cxnId="{64717600-DE9A-4A2F-9850-95547FEB37B8}" type="sibTrans">
      <dgm:prSet/>
      <dgm:spPr/>
      <dgm:t>
        <a:bodyPr/>
        <a:lstStyle/>
        <a:p>
          <a:endParaRPr lang="zh-CN" altLang="en-US"/>
        </a:p>
      </dgm:t>
    </dgm:pt>
    <dgm:pt modelId="{728BA411-6916-45BB-A112-61B49C7B27A0}" cxnId="{64717600-DE9A-4A2F-9850-95547FEB37B8}" type="parTrans">
      <dgm:prSet/>
      <dgm:spPr/>
      <dgm:t>
        <a:bodyPr/>
        <a:lstStyle/>
        <a:p>
          <a:endParaRPr lang="zh-CN" altLang="en-US"/>
        </a:p>
      </dgm:t>
    </dgm:pt>
    <dgm:pt modelId="{2227183A-C26F-460C-AC38-2D204F8FC900}" type="pres">
      <dgm:prSet presAssocID="{D8256CA7-BD0F-4FC3-AAC3-B55530C53448}" presName="linearFlow" presStyleCnt="0">
        <dgm:presLayoutVars>
          <dgm:dir/>
          <dgm:animLvl val="lvl"/>
          <dgm:resizeHandles val="exact"/>
        </dgm:presLayoutVars>
      </dgm:prSet>
      <dgm:spPr/>
    </dgm:pt>
    <dgm:pt modelId="{90892003-4E44-4433-A229-8D2A28CFC411}" type="pres">
      <dgm:prSet presAssocID="{C56D911D-E42F-4B34-9158-8C165166FA71}" presName="composite" presStyleCnt="0"/>
      <dgm:spPr/>
    </dgm:pt>
    <dgm:pt modelId="{1AC9C044-6861-4C8D-B92B-849E96714230}" type="pres">
      <dgm:prSet presAssocID="{C56D911D-E42F-4B34-9158-8C165166FA7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1592168-3ECB-42ED-A998-A28CE060BA43}" type="pres">
      <dgm:prSet presAssocID="{C56D911D-E42F-4B34-9158-8C165166FA71}" presName="descendantText" presStyleLbl="alignAcc1" presStyleIdx="0" presStyleCnt="4">
        <dgm:presLayoutVars>
          <dgm:bulletEnabled val="1"/>
        </dgm:presLayoutVars>
      </dgm:prSet>
      <dgm:spPr/>
    </dgm:pt>
    <dgm:pt modelId="{2ECC020B-FDBB-42D8-95F1-6E9E7CE5F593}" type="pres">
      <dgm:prSet presAssocID="{AEAC5D76-D8FB-4F4A-8289-E3ABB99C8F71}" presName="sp" presStyleCnt="0"/>
      <dgm:spPr/>
    </dgm:pt>
    <dgm:pt modelId="{1C94884E-F0F4-40E1-9752-B5E46AAA1B47}" type="pres">
      <dgm:prSet presAssocID="{B44E7F39-24FE-479E-A3B8-D17B883B6265}" presName="composite" presStyleCnt="0"/>
      <dgm:spPr/>
    </dgm:pt>
    <dgm:pt modelId="{0F223D8F-4A96-442E-B2E1-653CAB0FB34D}" type="pres">
      <dgm:prSet presAssocID="{B44E7F39-24FE-479E-A3B8-D17B883B626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11E2E6F-062B-4A0D-9D14-CC1A2CD66D39}" type="pres">
      <dgm:prSet presAssocID="{B44E7F39-24FE-479E-A3B8-D17B883B6265}" presName="descendantText" presStyleLbl="alignAcc1" presStyleIdx="1" presStyleCnt="4">
        <dgm:presLayoutVars>
          <dgm:bulletEnabled val="1"/>
        </dgm:presLayoutVars>
      </dgm:prSet>
      <dgm:spPr/>
    </dgm:pt>
    <dgm:pt modelId="{44D5D2C8-2057-4F9F-A5CC-504CE31C7BD4}" type="pres">
      <dgm:prSet presAssocID="{E0F8693D-83AC-4266-9DF8-F8A7AD49D863}" presName="sp" presStyleCnt="0"/>
      <dgm:spPr/>
    </dgm:pt>
    <dgm:pt modelId="{2C50FB6D-B0B5-46DC-8A3C-7C8CC5BAA7D9}" type="pres">
      <dgm:prSet presAssocID="{2026502C-D511-45DE-A783-57786149DE22}" presName="composite" presStyleCnt="0"/>
      <dgm:spPr/>
    </dgm:pt>
    <dgm:pt modelId="{C77E6456-DE08-4A94-A604-5A9CA7BD914F}" type="pres">
      <dgm:prSet presAssocID="{2026502C-D511-45DE-A783-57786149DE2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40211E41-1C35-4016-A97E-F075619FAF2B}" type="pres">
      <dgm:prSet presAssocID="{2026502C-D511-45DE-A783-57786149DE22}" presName="descendantText" presStyleLbl="alignAcc1" presStyleIdx="2" presStyleCnt="4">
        <dgm:presLayoutVars>
          <dgm:bulletEnabled val="1"/>
        </dgm:presLayoutVars>
      </dgm:prSet>
      <dgm:spPr/>
    </dgm:pt>
    <dgm:pt modelId="{1288C613-B76A-4EEB-A207-83375C5ABCFD}" type="pres">
      <dgm:prSet presAssocID="{1723D59F-D0C9-4C8F-B743-A55B1E2C87F3}" presName="sp" presStyleCnt="0"/>
      <dgm:spPr/>
    </dgm:pt>
    <dgm:pt modelId="{7031EE24-5BE1-48CE-88DD-874CECF1CB0C}" type="pres">
      <dgm:prSet presAssocID="{F7352163-9128-4F26-80FF-A5D53762F292}" presName="composite" presStyleCnt="0"/>
      <dgm:spPr/>
    </dgm:pt>
    <dgm:pt modelId="{94C4F0E0-38CE-4FD8-A826-A4098B0E2BB1}" type="pres">
      <dgm:prSet presAssocID="{F7352163-9128-4F26-80FF-A5D53762F292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2FAF2920-FBE1-47ED-B5DD-F18BEDA5B91C}" type="pres">
      <dgm:prSet presAssocID="{F7352163-9128-4F26-80FF-A5D53762F292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4717600-DE9A-4A2F-9850-95547FEB37B8}" srcId="{D8256CA7-BD0F-4FC3-AAC3-B55530C53448}" destId="{B44E7F39-24FE-479E-A3B8-D17B883B6265}" srcOrd="1" destOrd="0" parTransId="{728BA411-6916-45BB-A112-61B49C7B27A0}" sibTransId="{E0F8693D-83AC-4266-9DF8-F8A7AD49D863}"/>
    <dgm:cxn modelId="{66954211-2F14-4174-A639-451AB2564697}" type="presOf" srcId="{B5B009B0-BBBF-487A-AB77-408FD63EAAEA}" destId="{B1592168-3ECB-42ED-A998-A28CE060BA43}" srcOrd="0" destOrd="0" presId="urn:microsoft.com/office/officeart/2005/8/layout/chevron2"/>
    <dgm:cxn modelId="{26A8EB13-B9E5-410D-8C3B-F98D23762B25}" srcId="{D8256CA7-BD0F-4FC3-AAC3-B55530C53448}" destId="{F7352163-9128-4F26-80FF-A5D53762F292}" srcOrd="3" destOrd="0" parTransId="{F9FEFF67-2A62-4E84-B296-5E0FC9668FAF}" sibTransId="{BCF810AC-2176-4FB5-9FE1-0492808820B9}"/>
    <dgm:cxn modelId="{4DEDAC3C-93CE-4C9E-838E-3D9C85E7CE7F}" srcId="{B44E7F39-24FE-479E-A3B8-D17B883B6265}" destId="{CE5BB9AB-D74A-4B25-9B44-8D0E2ABCAA55}" srcOrd="0" destOrd="0" parTransId="{33A15166-F2A3-4A13-9D2A-0C77A0C85FEA}" sibTransId="{CBA13977-E545-473C-91E9-AF9AAB6454D3}"/>
    <dgm:cxn modelId="{1D13903E-4FA5-479A-BE27-0BE418F398AB}" srcId="{2026502C-D511-45DE-A783-57786149DE22}" destId="{1F54DC7A-C7CD-421B-916D-B11B2A5C7932}" srcOrd="0" destOrd="0" parTransId="{68334605-8A11-4DF7-97FB-9FC8AAFCE95C}" sibTransId="{C556DC77-D4E9-4AF4-826B-E5C48333DA5B}"/>
    <dgm:cxn modelId="{56FBEF45-EE6E-41E1-AFAF-CD8D401B0EE0}" type="presOf" srcId="{F7352163-9128-4F26-80FF-A5D53762F292}" destId="{94C4F0E0-38CE-4FD8-A826-A4098B0E2BB1}" srcOrd="0" destOrd="0" presId="urn:microsoft.com/office/officeart/2005/8/layout/chevron2"/>
    <dgm:cxn modelId="{CD34A975-EB91-4A4D-BB61-77FADDE8D942}" srcId="{C56D911D-E42F-4B34-9158-8C165166FA71}" destId="{B5B009B0-BBBF-487A-AB77-408FD63EAAEA}" srcOrd="0" destOrd="0" parTransId="{07BD23D6-17A4-4C4C-8617-C925DA71AF06}" sibTransId="{EC3E7B90-771C-4967-AF41-9DE3DB0F12BE}"/>
    <dgm:cxn modelId="{FBE49687-850F-4B3E-A5D4-8B7BF83F2640}" srcId="{D8256CA7-BD0F-4FC3-AAC3-B55530C53448}" destId="{2026502C-D511-45DE-A783-57786149DE22}" srcOrd="2" destOrd="0" parTransId="{34BC8F44-372E-495E-BA3D-625E3E59B43E}" sibTransId="{1723D59F-D0C9-4C8F-B743-A55B1E2C87F3}"/>
    <dgm:cxn modelId="{B110D199-854E-4B1E-89CB-4626D0B62BE5}" type="presOf" srcId="{1F54DC7A-C7CD-421B-916D-B11B2A5C7932}" destId="{40211E41-1C35-4016-A97E-F075619FAF2B}" srcOrd="0" destOrd="0" presId="urn:microsoft.com/office/officeart/2005/8/layout/chevron2"/>
    <dgm:cxn modelId="{84F95DA7-93C2-444F-9335-91791A4C9002}" type="presOf" srcId="{C56D911D-E42F-4B34-9158-8C165166FA71}" destId="{1AC9C044-6861-4C8D-B92B-849E96714230}" srcOrd="0" destOrd="0" presId="urn:microsoft.com/office/officeart/2005/8/layout/chevron2"/>
    <dgm:cxn modelId="{19945BAE-7FB6-4209-A20E-7443BB6DDBF5}" type="presOf" srcId="{B44E7F39-24FE-479E-A3B8-D17B883B6265}" destId="{0F223D8F-4A96-442E-B2E1-653CAB0FB34D}" srcOrd="0" destOrd="0" presId="urn:microsoft.com/office/officeart/2005/8/layout/chevron2"/>
    <dgm:cxn modelId="{CC0353B0-0F74-4BC6-AE81-45C0579EE7E0}" type="presOf" srcId="{D8256CA7-BD0F-4FC3-AAC3-B55530C53448}" destId="{2227183A-C26F-460C-AC38-2D204F8FC900}" srcOrd="0" destOrd="0" presId="urn:microsoft.com/office/officeart/2005/8/layout/chevron2"/>
    <dgm:cxn modelId="{F048AABB-673F-4FE0-88ED-55A69CBA82AE}" srcId="{F7352163-9128-4F26-80FF-A5D53762F292}" destId="{B335BE94-D3F0-4F39-85DB-E74D0D21E749}" srcOrd="0" destOrd="0" parTransId="{C407563F-3CA9-45BB-A8BC-89FB4892A936}" sibTransId="{7CD650F7-4961-4495-B4C5-FB4A3030DD06}"/>
    <dgm:cxn modelId="{8A2888BF-F9EA-4539-BCF1-DAC612566E71}" srcId="{D8256CA7-BD0F-4FC3-AAC3-B55530C53448}" destId="{C56D911D-E42F-4B34-9158-8C165166FA71}" srcOrd="0" destOrd="0" parTransId="{325F76E0-C682-4935-A56A-E4D1E05B371A}" sibTransId="{AEAC5D76-D8FB-4F4A-8289-E3ABB99C8F71}"/>
    <dgm:cxn modelId="{E094ACC2-AEA5-4FA6-815D-A01B7118E1E0}" type="presOf" srcId="{CE5BB9AB-D74A-4B25-9B44-8D0E2ABCAA55}" destId="{D11E2E6F-062B-4A0D-9D14-CC1A2CD66D39}" srcOrd="0" destOrd="0" presId="urn:microsoft.com/office/officeart/2005/8/layout/chevron2"/>
    <dgm:cxn modelId="{7AADDBE6-20B7-4943-8738-5F641CD12A6B}" type="presOf" srcId="{B335BE94-D3F0-4F39-85DB-E74D0D21E749}" destId="{2FAF2920-FBE1-47ED-B5DD-F18BEDA5B91C}" srcOrd="0" destOrd="0" presId="urn:microsoft.com/office/officeart/2005/8/layout/chevron2"/>
    <dgm:cxn modelId="{F4FE94F2-9723-4845-A660-06C122E6A68D}" type="presOf" srcId="{2026502C-D511-45DE-A783-57786149DE22}" destId="{C77E6456-DE08-4A94-A604-5A9CA7BD914F}" srcOrd="0" destOrd="0" presId="urn:microsoft.com/office/officeart/2005/8/layout/chevron2"/>
    <dgm:cxn modelId="{F853611D-BAA4-4CE5-8702-2BDB1FAB6B0B}" type="presParOf" srcId="{2227183A-C26F-460C-AC38-2D204F8FC900}" destId="{90892003-4E44-4433-A229-8D2A28CFC411}" srcOrd="0" destOrd="0" presId="urn:microsoft.com/office/officeart/2005/8/layout/chevron2"/>
    <dgm:cxn modelId="{B636019E-CB8D-4A05-A7CF-7443ECF03228}" type="presParOf" srcId="{90892003-4E44-4433-A229-8D2A28CFC411}" destId="{1AC9C044-6861-4C8D-B92B-849E96714230}" srcOrd="0" destOrd="0" presId="urn:microsoft.com/office/officeart/2005/8/layout/chevron2"/>
    <dgm:cxn modelId="{7CDEDCCD-8EFD-44B1-862B-D49345535477}" type="presParOf" srcId="{90892003-4E44-4433-A229-8D2A28CFC411}" destId="{B1592168-3ECB-42ED-A998-A28CE060BA43}" srcOrd="1" destOrd="0" presId="urn:microsoft.com/office/officeart/2005/8/layout/chevron2"/>
    <dgm:cxn modelId="{A84D8D70-F12F-4705-80D3-12B4A23F141F}" type="presParOf" srcId="{2227183A-C26F-460C-AC38-2D204F8FC900}" destId="{2ECC020B-FDBB-42D8-95F1-6E9E7CE5F593}" srcOrd="1" destOrd="0" presId="urn:microsoft.com/office/officeart/2005/8/layout/chevron2"/>
    <dgm:cxn modelId="{3EFC0C2C-7B5B-4372-87D1-D87FB851EF0F}" type="presParOf" srcId="{2227183A-C26F-460C-AC38-2D204F8FC900}" destId="{1C94884E-F0F4-40E1-9752-B5E46AAA1B47}" srcOrd="2" destOrd="0" presId="urn:microsoft.com/office/officeart/2005/8/layout/chevron2"/>
    <dgm:cxn modelId="{0143A800-0183-46F1-B349-1DE190A01D71}" type="presParOf" srcId="{1C94884E-F0F4-40E1-9752-B5E46AAA1B47}" destId="{0F223D8F-4A96-442E-B2E1-653CAB0FB34D}" srcOrd="0" destOrd="0" presId="urn:microsoft.com/office/officeart/2005/8/layout/chevron2"/>
    <dgm:cxn modelId="{E0854C1D-1B02-4101-9E12-DE6D884616BF}" type="presParOf" srcId="{1C94884E-F0F4-40E1-9752-B5E46AAA1B47}" destId="{D11E2E6F-062B-4A0D-9D14-CC1A2CD66D39}" srcOrd="1" destOrd="0" presId="urn:microsoft.com/office/officeart/2005/8/layout/chevron2"/>
    <dgm:cxn modelId="{68FB98D7-CADE-40A0-A287-E1DED26EA783}" type="presParOf" srcId="{2227183A-C26F-460C-AC38-2D204F8FC900}" destId="{44D5D2C8-2057-4F9F-A5CC-504CE31C7BD4}" srcOrd="3" destOrd="0" presId="urn:microsoft.com/office/officeart/2005/8/layout/chevron2"/>
    <dgm:cxn modelId="{0E837F5D-9F78-442B-97A1-716250D7EE2B}" type="presParOf" srcId="{2227183A-C26F-460C-AC38-2D204F8FC900}" destId="{2C50FB6D-B0B5-46DC-8A3C-7C8CC5BAA7D9}" srcOrd="4" destOrd="0" presId="urn:microsoft.com/office/officeart/2005/8/layout/chevron2"/>
    <dgm:cxn modelId="{01D616B9-068D-469E-9D8E-1DC47A941143}" type="presParOf" srcId="{2C50FB6D-B0B5-46DC-8A3C-7C8CC5BAA7D9}" destId="{C77E6456-DE08-4A94-A604-5A9CA7BD914F}" srcOrd="0" destOrd="0" presId="urn:microsoft.com/office/officeart/2005/8/layout/chevron2"/>
    <dgm:cxn modelId="{36D8D67E-DB66-40D6-AAAF-7A9A9B90AFE0}" type="presParOf" srcId="{2C50FB6D-B0B5-46DC-8A3C-7C8CC5BAA7D9}" destId="{40211E41-1C35-4016-A97E-F075619FAF2B}" srcOrd="1" destOrd="0" presId="urn:microsoft.com/office/officeart/2005/8/layout/chevron2"/>
    <dgm:cxn modelId="{358FDDF6-3E5A-4BB8-8D75-09FCFA52940A}" type="presParOf" srcId="{2227183A-C26F-460C-AC38-2D204F8FC900}" destId="{1288C613-B76A-4EEB-A207-83375C5ABCFD}" srcOrd="5" destOrd="0" presId="urn:microsoft.com/office/officeart/2005/8/layout/chevron2"/>
    <dgm:cxn modelId="{C7046B6F-A9AF-4AD2-AC0C-B2A580666A59}" type="presParOf" srcId="{2227183A-C26F-460C-AC38-2D204F8FC900}" destId="{7031EE24-5BE1-48CE-88DD-874CECF1CB0C}" srcOrd="6" destOrd="0" presId="urn:microsoft.com/office/officeart/2005/8/layout/chevron2"/>
    <dgm:cxn modelId="{7379380C-0E87-4513-9E19-1B10093839C2}" type="presParOf" srcId="{7031EE24-5BE1-48CE-88DD-874CECF1CB0C}" destId="{94C4F0E0-38CE-4FD8-A826-A4098B0E2BB1}" srcOrd="0" destOrd="0" presId="urn:microsoft.com/office/officeart/2005/8/layout/chevron2"/>
    <dgm:cxn modelId="{DAF05C64-F036-4788-8FEC-A60409EE1DD1}" type="presParOf" srcId="{7031EE24-5BE1-48CE-88DD-874CECF1CB0C}" destId="{2FAF2920-FBE1-47ED-B5DD-F18BEDA5B9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256CA7-BD0F-4FC3-AAC3-B55530C53448}" type="doc">
      <dgm:prSet loTypeId="urn:microsoft.com/office/officeart/2005/8/layout/chevron2" loCatId="process" qsTypeId="urn:microsoft.com/office/officeart/2005/8/quickstyle/simple1#2" qsCatId="simple" csTypeId="urn:microsoft.com/office/officeart/2005/8/colors/colorful3#2" csCatId="colorful" phldr="1"/>
      <dgm:spPr/>
      <dgm:t>
        <a:bodyPr/>
        <a:lstStyle/>
        <a:p>
          <a:endParaRPr lang="zh-CN" altLang="en-US"/>
        </a:p>
      </dgm:t>
    </dgm:pt>
    <dgm:pt modelId="{C56D911D-E42F-4B34-9158-8C165166FA71}">
      <dgm:prSet/>
      <dgm:spPr>
        <a:xfrm rot="5400000">
          <a:off x="-195122" y="195700"/>
          <a:ext cx="1300818" cy="910573"/>
        </a:xfrm>
        <a:prstGeom prst="chevron">
          <a:avLst/>
        </a:prstGeom>
        <a:solidFill>
          <a:srgbClr val="1F4D7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25F76E0-C682-4935-A56A-E4D1E05B371A}" cxnId="{8A2888BF-F9EA-4539-BCF1-DAC612566E71}" type="parTrans">
      <dgm:prSet/>
      <dgm:spPr/>
      <dgm:t>
        <a:bodyPr/>
        <a:lstStyle/>
        <a:p>
          <a:endParaRPr lang="zh-CN" altLang="en-US"/>
        </a:p>
      </dgm:t>
    </dgm:pt>
    <dgm:pt modelId="{AEAC5D76-D8FB-4F4A-8289-E3ABB99C8F71}" cxnId="{8A2888BF-F9EA-4539-BCF1-DAC612566E71}" type="sibTrans">
      <dgm:prSet/>
      <dgm:spPr/>
      <dgm:t>
        <a:bodyPr/>
        <a:lstStyle/>
        <a:p>
          <a:endParaRPr lang="zh-CN" altLang="en-US"/>
        </a:p>
      </dgm:t>
    </dgm:pt>
    <dgm:pt modelId="{B335BE94-D3F0-4F39-85DB-E74D0D21E749}">
      <dgm:prSet/>
      <dgm:spPr>
        <a:xfrm rot="5400000">
          <a:off x="2969008" y="1405959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宏观计算架构层面</a:t>
          </a:r>
        </a:p>
      </dgm:t>
    </dgm:pt>
    <dgm:pt modelId="{C407563F-3CA9-45BB-A8BC-89FB4892A936}" cxnId="{F048AABB-673F-4FE0-88ED-55A69CBA82AE}" type="parTrans">
      <dgm:prSet/>
      <dgm:spPr/>
      <dgm:t>
        <a:bodyPr/>
        <a:lstStyle/>
        <a:p>
          <a:endParaRPr lang="zh-CN" altLang="en-US"/>
        </a:p>
      </dgm:t>
    </dgm:pt>
    <dgm:pt modelId="{7CD650F7-4961-4495-B4C5-FB4A3030DD06}" cxnId="{F048AABB-673F-4FE0-88ED-55A69CBA82AE}" type="sibTrans">
      <dgm:prSet/>
      <dgm:spPr/>
      <dgm:t>
        <a:bodyPr/>
        <a:lstStyle/>
        <a:p>
          <a:endParaRPr lang="zh-CN" altLang="en-US"/>
        </a:p>
      </dgm:t>
    </dgm:pt>
    <dgm:pt modelId="{B5B009B0-BBBF-487A-AB77-408FD63EAAEA}">
      <dgm:prSet/>
      <dgm:spPr>
        <a:xfrm rot="5400000">
          <a:off x="2969008" y="-2057857"/>
          <a:ext cx="845532" cy="4962402"/>
        </a:xfrm>
        <a:prstGeom prst="round2SameRect">
          <a:avLst/>
        </a:prstGeom>
        <a:solidFill>
          <a:srgbClr val="FFFFFF"/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</a:p>
      </dgm:t>
    </dgm:pt>
    <dgm:pt modelId="{07BD23D6-17A4-4C4C-8617-C925DA71AF06}" cxnId="{CD34A975-EB91-4A4D-BB61-77FADDE8D942}" type="parTrans">
      <dgm:prSet/>
      <dgm:spPr/>
      <dgm:t>
        <a:bodyPr/>
        <a:lstStyle/>
        <a:p>
          <a:endParaRPr lang="zh-CN" altLang="en-US"/>
        </a:p>
      </dgm:t>
    </dgm:pt>
    <dgm:pt modelId="{EC3E7B90-771C-4967-AF41-9DE3DB0F12BE}" cxnId="{CD34A975-EB91-4A4D-BB61-77FADDE8D942}" type="sibTrans">
      <dgm:prSet/>
      <dgm:spPr/>
      <dgm:t>
        <a:bodyPr/>
        <a:lstStyle/>
        <a:p>
          <a:endParaRPr lang="zh-CN" altLang="en-US"/>
        </a:p>
      </dgm:t>
    </dgm:pt>
    <dgm:pt modelId="{2026502C-D511-45DE-A783-57786149DE22}">
      <dgm:prSet/>
      <dgm:spPr>
        <a:xfrm rot="5400000">
          <a:off x="-195122" y="2504911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1723D59F-D0C9-4C8F-B743-A55B1E2C87F3}" cxnId="{FBE49687-850F-4B3E-A5D4-8B7BF83F2640}" type="sibTrans">
      <dgm:prSet/>
      <dgm:spPr/>
      <dgm:t>
        <a:bodyPr/>
        <a:lstStyle/>
        <a:p>
          <a:endParaRPr lang="zh-CN" altLang="en-US"/>
        </a:p>
      </dgm:t>
    </dgm:pt>
    <dgm:pt modelId="{34BC8F44-372E-495E-BA3D-625E3E59B43E}" cxnId="{FBE49687-850F-4B3E-A5D4-8B7BF83F2640}" type="parTrans">
      <dgm:prSet/>
      <dgm:spPr/>
      <dgm:t>
        <a:bodyPr/>
        <a:lstStyle/>
        <a:p>
          <a:endParaRPr lang="zh-CN" altLang="en-US"/>
        </a:p>
      </dgm:t>
    </dgm:pt>
    <dgm:pt modelId="{1F54DC7A-C7CD-421B-916D-B11B2A5C7932}">
      <dgm:prSet/>
      <dgm:spPr>
        <a:xfrm rot="5400000">
          <a:off x="2969008" y="251353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C556DC77-D4E9-4AF4-826B-E5C48333DA5B}" cxnId="{1D13903E-4FA5-479A-BE27-0BE418F398AB}" type="sibTrans">
      <dgm:prSet/>
      <dgm:spPr/>
      <dgm:t>
        <a:bodyPr/>
        <a:lstStyle/>
        <a:p>
          <a:endParaRPr lang="zh-CN" altLang="en-US"/>
        </a:p>
      </dgm:t>
    </dgm:pt>
    <dgm:pt modelId="{68334605-8A11-4DF7-97FB-9FC8AAFCE95C}" cxnId="{1D13903E-4FA5-479A-BE27-0BE418F398AB}" type="parTrans">
      <dgm:prSet/>
      <dgm:spPr/>
      <dgm:t>
        <a:bodyPr/>
        <a:lstStyle/>
        <a:p>
          <a:endParaRPr lang="zh-CN" altLang="en-US"/>
        </a:p>
      </dgm:t>
    </dgm:pt>
    <dgm:pt modelId="{F7352163-9128-4F26-80FF-A5D53762F292}">
      <dgm:prSet/>
      <dgm:spPr>
        <a:xfrm rot="5400000">
          <a:off x="-195122" y="3659517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BCF810AC-2176-4FB5-9FE1-0492808820B9}" cxnId="{26A8EB13-B9E5-410D-8C3B-F98D23762B25}" type="sibTrans">
      <dgm:prSet/>
      <dgm:spPr/>
      <dgm:t>
        <a:bodyPr/>
        <a:lstStyle/>
        <a:p>
          <a:endParaRPr lang="zh-CN" altLang="en-US"/>
        </a:p>
      </dgm:t>
    </dgm:pt>
    <dgm:pt modelId="{F9FEFF67-2A62-4E84-B296-5E0FC9668FAF}" cxnId="{26A8EB13-B9E5-410D-8C3B-F98D23762B25}" type="parTrans">
      <dgm:prSet/>
      <dgm:spPr/>
      <dgm:t>
        <a:bodyPr/>
        <a:lstStyle/>
        <a:p>
          <a:endParaRPr lang="zh-CN" altLang="en-US"/>
        </a:p>
      </dgm:t>
    </dgm:pt>
    <dgm:pt modelId="{CE5BB9AB-D74A-4B25-9B44-8D0E2ABCAA55}">
      <dgm:prSet/>
      <dgm:spPr>
        <a:xfrm rot="5400000">
          <a:off x="2969008" y="-903251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CBA13977-E545-473C-91E9-AF9AAB6454D3}" cxnId="{4DEDAC3C-93CE-4C9E-838E-3D9C85E7CE7F}" type="sibTrans">
      <dgm:prSet/>
      <dgm:spPr/>
      <dgm:t>
        <a:bodyPr/>
        <a:lstStyle/>
        <a:p>
          <a:endParaRPr lang="zh-CN" altLang="en-US"/>
        </a:p>
      </dgm:t>
    </dgm:pt>
    <dgm:pt modelId="{33A15166-F2A3-4A13-9D2A-0C77A0C85FEA}" cxnId="{4DEDAC3C-93CE-4C9E-838E-3D9C85E7CE7F}" type="parTrans">
      <dgm:prSet/>
      <dgm:spPr/>
      <dgm:t>
        <a:bodyPr/>
        <a:lstStyle/>
        <a:p>
          <a:endParaRPr lang="zh-CN" altLang="en-US"/>
        </a:p>
      </dgm:t>
    </dgm:pt>
    <dgm:pt modelId="{B44E7F39-24FE-479E-A3B8-D17B883B6265}">
      <dgm:prSet/>
      <dgm:spPr>
        <a:xfrm rot="5400000">
          <a:off x="-195122" y="1350306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E0F8693D-83AC-4266-9DF8-F8A7AD49D863}" cxnId="{64717600-DE9A-4A2F-9850-95547FEB37B8}" type="sibTrans">
      <dgm:prSet/>
      <dgm:spPr/>
      <dgm:t>
        <a:bodyPr/>
        <a:lstStyle/>
        <a:p>
          <a:endParaRPr lang="zh-CN" altLang="en-US"/>
        </a:p>
      </dgm:t>
    </dgm:pt>
    <dgm:pt modelId="{728BA411-6916-45BB-A112-61B49C7B27A0}" cxnId="{64717600-DE9A-4A2F-9850-95547FEB37B8}" type="parTrans">
      <dgm:prSet/>
      <dgm:spPr/>
      <dgm:t>
        <a:bodyPr/>
        <a:lstStyle/>
        <a:p>
          <a:endParaRPr lang="zh-CN" altLang="en-US"/>
        </a:p>
      </dgm:t>
    </dgm:pt>
    <dgm:pt modelId="{2227183A-C26F-460C-AC38-2D204F8FC900}" type="pres">
      <dgm:prSet presAssocID="{D8256CA7-BD0F-4FC3-AAC3-B55530C53448}" presName="linearFlow" presStyleCnt="0">
        <dgm:presLayoutVars>
          <dgm:dir/>
          <dgm:animLvl val="lvl"/>
          <dgm:resizeHandles val="exact"/>
        </dgm:presLayoutVars>
      </dgm:prSet>
      <dgm:spPr/>
    </dgm:pt>
    <dgm:pt modelId="{90892003-4E44-4433-A229-8D2A28CFC411}" type="pres">
      <dgm:prSet presAssocID="{C56D911D-E42F-4B34-9158-8C165166FA71}" presName="composite" presStyleCnt="0"/>
      <dgm:spPr/>
    </dgm:pt>
    <dgm:pt modelId="{1AC9C044-6861-4C8D-B92B-849E96714230}" type="pres">
      <dgm:prSet presAssocID="{C56D911D-E42F-4B34-9158-8C165166FA7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1592168-3ECB-42ED-A998-A28CE060BA43}" type="pres">
      <dgm:prSet presAssocID="{C56D911D-E42F-4B34-9158-8C165166FA71}" presName="descendantText" presStyleLbl="alignAcc1" presStyleIdx="0" presStyleCnt="4" custLinFactNeighborX="1441">
        <dgm:presLayoutVars>
          <dgm:bulletEnabled val="1"/>
        </dgm:presLayoutVars>
      </dgm:prSet>
      <dgm:spPr/>
    </dgm:pt>
    <dgm:pt modelId="{2ECC020B-FDBB-42D8-95F1-6E9E7CE5F593}" type="pres">
      <dgm:prSet presAssocID="{AEAC5D76-D8FB-4F4A-8289-E3ABB99C8F71}" presName="sp" presStyleCnt="0"/>
      <dgm:spPr/>
    </dgm:pt>
    <dgm:pt modelId="{1C94884E-F0F4-40E1-9752-B5E46AAA1B47}" type="pres">
      <dgm:prSet presAssocID="{B44E7F39-24FE-479E-A3B8-D17B883B6265}" presName="composite" presStyleCnt="0"/>
      <dgm:spPr/>
    </dgm:pt>
    <dgm:pt modelId="{0F223D8F-4A96-442E-B2E1-653CAB0FB34D}" type="pres">
      <dgm:prSet presAssocID="{B44E7F39-24FE-479E-A3B8-D17B883B626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11E2E6F-062B-4A0D-9D14-CC1A2CD66D39}" type="pres">
      <dgm:prSet presAssocID="{B44E7F39-24FE-479E-A3B8-D17B883B6265}" presName="descendantText" presStyleLbl="alignAcc1" presStyleIdx="1" presStyleCnt="4">
        <dgm:presLayoutVars>
          <dgm:bulletEnabled val="1"/>
        </dgm:presLayoutVars>
      </dgm:prSet>
      <dgm:spPr/>
    </dgm:pt>
    <dgm:pt modelId="{44D5D2C8-2057-4F9F-A5CC-504CE31C7BD4}" type="pres">
      <dgm:prSet presAssocID="{E0F8693D-83AC-4266-9DF8-F8A7AD49D863}" presName="sp" presStyleCnt="0"/>
      <dgm:spPr/>
    </dgm:pt>
    <dgm:pt modelId="{2C50FB6D-B0B5-46DC-8A3C-7C8CC5BAA7D9}" type="pres">
      <dgm:prSet presAssocID="{2026502C-D511-45DE-A783-57786149DE22}" presName="composite" presStyleCnt="0"/>
      <dgm:spPr/>
    </dgm:pt>
    <dgm:pt modelId="{C77E6456-DE08-4A94-A604-5A9CA7BD914F}" type="pres">
      <dgm:prSet presAssocID="{2026502C-D511-45DE-A783-57786149DE2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40211E41-1C35-4016-A97E-F075619FAF2B}" type="pres">
      <dgm:prSet presAssocID="{2026502C-D511-45DE-A783-57786149DE22}" presName="descendantText" presStyleLbl="alignAcc1" presStyleIdx="2" presStyleCnt="4">
        <dgm:presLayoutVars>
          <dgm:bulletEnabled val="1"/>
        </dgm:presLayoutVars>
      </dgm:prSet>
      <dgm:spPr/>
    </dgm:pt>
    <dgm:pt modelId="{1288C613-B76A-4EEB-A207-83375C5ABCFD}" type="pres">
      <dgm:prSet presAssocID="{1723D59F-D0C9-4C8F-B743-A55B1E2C87F3}" presName="sp" presStyleCnt="0"/>
      <dgm:spPr/>
    </dgm:pt>
    <dgm:pt modelId="{7031EE24-5BE1-48CE-88DD-874CECF1CB0C}" type="pres">
      <dgm:prSet presAssocID="{F7352163-9128-4F26-80FF-A5D53762F292}" presName="composite" presStyleCnt="0"/>
      <dgm:spPr/>
    </dgm:pt>
    <dgm:pt modelId="{94C4F0E0-38CE-4FD8-A826-A4098B0E2BB1}" type="pres">
      <dgm:prSet presAssocID="{F7352163-9128-4F26-80FF-A5D53762F292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2FAF2920-FBE1-47ED-B5DD-F18BEDA5B91C}" type="pres">
      <dgm:prSet presAssocID="{F7352163-9128-4F26-80FF-A5D53762F292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4717600-DE9A-4A2F-9850-95547FEB37B8}" srcId="{D8256CA7-BD0F-4FC3-AAC3-B55530C53448}" destId="{B44E7F39-24FE-479E-A3B8-D17B883B6265}" srcOrd="1" destOrd="0" parTransId="{728BA411-6916-45BB-A112-61B49C7B27A0}" sibTransId="{E0F8693D-83AC-4266-9DF8-F8A7AD49D863}"/>
    <dgm:cxn modelId="{66954211-2F14-4174-A639-451AB2564697}" type="presOf" srcId="{B5B009B0-BBBF-487A-AB77-408FD63EAAEA}" destId="{B1592168-3ECB-42ED-A998-A28CE060BA43}" srcOrd="0" destOrd="0" presId="urn:microsoft.com/office/officeart/2005/8/layout/chevron2"/>
    <dgm:cxn modelId="{26A8EB13-B9E5-410D-8C3B-F98D23762B25}" srcId="{D8256CA7-BD0F-4FC3-AAC3-B55530C53448}" destId="{F7352163-9128-4F26-80FF-A5D53762F292}" srcOrd="3" destOrd="0" parTransId="{F9FEFF67-2A62-4E84-B296-5E0FC9668FAF}" sibTransId="{BCF810AC-2176-4FB5-9FE1-0492808820B9}"/>
    <dgm:cxn modelId="{4DEDAC3C-93CE-4C9E-838E-3D9C85E7CE7F}" srcId="{B44E7F39-24FE-479E-A3B8-D17B883B6265}" destId="{CE5BB9AB-D74A-4B25-9B44-8D0E2ABCAA55}" srcOrd="0" destOrd="0" parTransId="{33A15166-F2A3-4A13-9D2A-0C77A0C85FEA}" sibTransId="{CBA13977-E545-473C-91E9-AF9AAB6454D3}"/>
    <dgm:cxn modelId="{1D13903E-4FA5-479A-BE27-0BE418F398AB}" srcId="{2026502C-D511-45DE-A783-57786149DE22}" destId="{1F54DC7A-C7CD-421B-916D-B11B2A5C7932}" srcOrd="0" destOrd="0" parTransId="{68334605-8A11-4DF7-97FB-9FC8AAFCE95C}" sibTransId="{C556DC77-D4E9-4AF4-826B-E5C48333DA5B}"/>
    <dgm:cxn modelId="{56FBEF45-EE6E-41E1-AFAF-CD8D401B0EE0}" type="presOf" srcId="{F7352163-9128-4F26-80FF-A5D53762F292}" destId="{94C4F0E0-38CE-4FD8-A826-A4098B0E2BB1}" srcOrd="0" destOrd="0" presId="urn:microsoft.com/office/officeart/2005/8/layout/chevron2"/>
    <dgm:cxn modelId="{CD34A975-EB91-4A4D-BB61-77FADDE8D942}" srcId="{C56D911D-E42F-4B34-9158-8C165166FA71}" destId="{B5B009B0-BBBF-487A-AB77-408FD63EAAEA}" srcOrd="0" destOrd="0" parTransId="{07BD23D6-17A4-4C4C-8617-C925DA71AF06}" sibTransId="{EC3E7B90-771C-4967-AF41-9DE3DB0F12BE}"/>
    <dgm:cxn modelId="{FBE49687-850F-4B3E-A5D4-8B7BF83F2640}" srcId="{D8256CA7-BD0F-4FC3-AAC3-B55530C53448}" destId="{2026502C-D511-45DE-A783-57786149DE22}" srcOrd="2" destOrd="0" parTransId="{34BC8F44-372E-495E-BA3D-625E3E59B43E}" sibTransId="{1723D59F-D0C9-4C8F-B743-A55B1E2C87F3}"/>
    <dgm:cxn modelId="{B110D199-854E-4B1E-89CB-4626D0B62BE5}" type="presOf" srcId="{1F54DC7A-C7CD-421B-916D-B11B2A5C7932}" destId="{40211E41-1C35-4016-A97E-F075619FAF2B}" srcOrd="0" destOrd="0" presId="urn:microsoft.com/office/officeart/2005/8/layout/chevron2"/>
    <dgm:cxn modelId="{84F95DA7-93C2-444F-9335-91791A4C9002}" type="presOf" srcId="{C56D911D-E42F-4B34-9158-8C165166FA71}" destId="{1AC9C044-6861-4C8D-B92B-849E96714230}" srcOrd="0" destOrd="0" presId="urn:microsoft.com/office/officeart/2005/8/layout/chevron2"/>
    <dgm:cxn modelId="{19945BAE-7FB6-4209-A20E-7443BB6DDBF5}" type="presOf" srcId="{B44E7F39-24FE-479E-A3B8-D17B883B6265}" destId="{0F223D8F-4A96-442E-B2E1-653CAB0FB34D}" srcOrd="0" destOrd="0" presId="urn:microsoft.com/office/officeart/2005/8/layout/chevron2"/>
    <dgm:cxn modelId="{CC0353B0-0F74-4BC6-AE81-45C0579EE7E0}" type="presOf" srcId="{D8256CA7-BD0F-4FC3-AAC3-B55530C53448}" destId="{2227183A-C26F-460C-AC38-2D204F8FC900}" srcOrd="0" destOrd="0" presId="urn:microsoft.com/office/officeart/2005/8/layout/chevron2"/>
    <dgm:cxn modelId="{F048AABB-673F-4FE0-88ED-55A69CBA82AE}" srcId="{F7352163-9128-4F26-80FF-A5D53762F292}" destId="{B335BE94-D3F0-4F39-85DB-E74D0D21E749}" srcOrd="0" destOrd="0" parTransId="{C407563F-3CA9-45BB-A8BC-89FB4892A936}" sibTransId="{7CD650F7-4961-4495-B4C5-FB4A3030DD06}"/>
    <dgm:cxn modelId="{8A2888BF-F9EA-4539-BCF1-DAC612566E71}" srcId="{D8256CA7-BD0F-4FC3-AAC3-B55530C53448}" destId="{C56D911D-E42F-4B34-9158-8C165166FA71}" srcOrd="0" destOrd="0" parTransId="{325F76E0-C682-4935-A56A-E4D1E05B371A}" sibTransId="{AEAC5D76-D8FB-4F4A-8289-E3ABB99C8F71}"/>
    <dgm:cxn modelId="{E094ACC2-AEA5-4FA6-815D-A01B7118E1E0}" type="presOf" srcId="{CE5BB9AB-D74A-4B25-9B44-8D0E2ABCAA55}" destId="{D11E2E6F-062B-4A0D-9D14-CC1A2CD66D39}" srcOrd="0" destOrd="0" presId="urn:microsoft.com/office/officeart/2005/8/layout/chevron2"/>
    <dgm:cxn modelId="{7AADDBE6-20B7-4943-8738-5F641CD12A6B}" type="presOf" srcId="{B335BE94-D3F0-4F39-85DB-E74D0D21E749}" destId="{2FAF2920-FBE1-47ED-B5DD-F18BEDA5B91C}" srcOrd="0" destOrd="0" presId="urn:microsoft.com/office/officeart/2005/8/layout/chevron2"/>
    <dgm:cxn modelId="{F4FE94F2-9723-4845-A660-06C122E6A68D}" type="presOf" srcId="{2026502C-D511-45DE-A783-57786149DE22}" destId="{C77E6456-DE08-4A94-A604-5A9CA7BD914F}" srcOrd="0" destOrd="0" presId="urn:microsoft.com/office/officeart/2005/8/layout/chevron2"/>
    <dgm:cxn modelId="{F853611D-BAA4-4CE5-8702-2BDB1FAB6B0B}" type="presParOf" srcId="{2227183A-C26F-460C-AC38-2D204F8FC900}" destId="{90892003-4E44-4433-A229-8D2A28CFC411}" srcOrd="0" destOrd="0" presId="urn:microsoft.com/office/officeart/2005/8/layout/chevron2"/>
    <dgm:cxn modelId="{B636019E-CB8D-4A05-A7CF-7443ECF03228}" type="presParOf" srcId="{90892003-4E44-4433-A229-8D2A28CFC411}" destId="{1AC9C044-6861-4C8D-B92B-849E96714230}" srcOrd="0" destOrd="0" presId="urn:microsoft.com/office/officeart/2005/8/layout/chevron2"/>
    <dgm:cxn modelId="{7CDEDCCD-8EFD-44B1-862B-D49345535477}" type="presParOf" srcId="{90892003-4E44-4433-A229-8D2A28CFC411}" destId="{B1592168-3ECB-42ED-A998-A28CE060BA43}" srcOrd="1" destOrd="0" presId="urn:microsoft.com/office/officeart/2005/8/layout/chevron2"/>
    <dgm:cxn modelId="{A84D8D70-F12F-4705-80D3-12B4A23F141F}" type="presParOf" srcId="{2227183A-C26F-460C-AC38-2D204F8FC900}" destId="{2ECC020B-FDBB-42D8-95F1-6E9E7CE5F593}" srcOrd="1" destOrd="0" presId="urn:microsoft.com/office/officeart/2005/8/layout/chevron2"/>
    <dgm:cxn modelId="{3EFC0C2C-7B5B-4372-87D1-D87FB851EF0F}" type="presParOf" srcId="{2227183A-C26F-460C-AC38-2D204F8FC900}" destId="{1C94884E-F0F4-40E1-9752-B5E46AAA1B47}" srcOrd="2" destOrd="0" presId="urn:microsoft.com/office/officeart/2005/8/layout/chevron2"/>
    <dgm:cxn modelId="{0143A800-0183-46F1-B349-1DE190A01D71}" type="presParOf" srcId="{1C94884E-F0F4-40E1-9752-B5E46AAA1B47}" destId="{0F223D8F-4A96-442E-B2E1-653CAB0FB34D}" srcOrd="0" destOrd="0" presId="urn:microsoft.com/office/officeart/2005/8/layout/chevron2"/>
    <dgm:cxn modelId="{E0854C1D-1B02-4101-9E12-DE6D884616BF}" type="presParOf" srcId="{1C94884E-F0F4-40E1-9752-B5E46AAA1B47}" destId="{D11E2E6F-062B-4A0D-9D14-CC1A2CD66D39}" srcOrd="1" destOrd="0" presId="urn:microsoft.com/office/officeart/2005/8/layout/chevron2"/>
    <dgm:cxn modelId="{68FB98D7-CADE-40A0-A287-E1DED26EA783}" type="presParOf" srcId="{2227183A-C26F-460C-AC38-2D204F8FC900}" destId="{44D5D2C8-2057-4F9F-A5CC-504CE31C7BD4}" srcOrd="3" destOrd="0" presId="urn:microsoft.com/office/officeart/2005/8/layout/chevron2"/>
    <dgm:cxn modelId="{0E837F5D-9F78-442B-97A1-716250D7EE2B}" type="presParOf" srcId="{2227183A-C26F-460C-AC38-2D204F8FC900}" destId="{2C50FB6D-B0B5-46DC-8A3C-7C8CC5BAA7D9}" srcOrd="4" destOrd="0" presId="urn:microsoft.com/office/officeart/2005/8/layout/chevron2"/>
    <dgm:cxn modelId="{01D616B9-068D-469E-9D8E-1DC47A941143}" type="presParOf" srcId="{2C50FB6D-B0B5-46DC-8A3C-7C8CC5BAA7D9}" destId="{C77E6456-DE08-4A94-A604-5A9CA7BD914F}" srcOrd="0" destOrd="0" presId="urn:microsoft.com/office/officeart/2005/8/layout/chevron2"/>
    <dgm:cxn modelId="{36D8D67E-DB66-40D6-AAAF-7A9A9B90AFE0}" type="presParOf" srcId="{2C50FB6D-B0B5-46DC-8A3C-7C8CC5BAA7D9}" destId="{40211E41-1C35-4016-A97E-F075619FAF2B}" srcOrd="1" destOrd="0" presId="urn:microsoft.com/office/officeart/2005/8/layout/chevron2"/>
    <dgm:cxn modelId="{358FDDF6-3E5A-4BB8-8D75-09FCFA52940A}" type="presParOf" srcId="{2227183A-C26F-460C-AC38-2D204F8FC900}" destId="{1288C613-B76A-4EEB-A207-83375C5ABCFD}" srcOrd="5" destOrd="0" presId="urn:microsoft.com/office/officeart/2005/8/layout/chevron2"/>
    <dgm:cxn modelId="{C7046B6F-A9AF-4AD2-AC0C-B2A580666A59}" type="presParOf" srcId="{2227183A-C26F-460C-AC38-2D204F8FC900}" destId="{7031EE24-5BE1-48CE-88DD-874CECF1CB0C}" srcOrd="6" destOrd="0" presId="urn:microsoft.com/office/officeart/2005/8/layout/chevron2"/>
    <dgm:cxn modelId="{7379380C-0E87-4513-9E19-1B10093839C2}" type="presParOf" srcId="{7031EE24-5BE1-48CE-88DD-874CECF1CB0C}" destId="{94C4F0E0-38CE-4FD8-A826-A4098B0E2BB1}" srcOrd="0" destOrd="0" presId="urn:microsoft.com/office/officeart/2005/8/layout/chevron2"/>
    <dgm:cxn modelId="{DAF05C64-F036-4788-8FEC-A60409EE1DD1}" type="presParOf" srcId="{7031EE24-5BE1-48CE-88DD-874CECF1CB0C}" destId="{2FAF2920-FBE1-47ED-B5DD-F18BEDA5B9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256CA7-BD0F-4FC3-AAC3-B55530C53448}" type="doc">
      <dgm:prSet loTypeId="urn:microsoft.com/office/officeart/2005/8/layout/chevron2" loCatId="process" qsTypeId="urn:microsoft.com/office/officeart/2005/8/quickstyle/simple1#3" qsCatId="simple" csTypeId="urn:microsoft.com/office/officeart/2005/8/colors/colorful3#3" csCatId="colorful" phldr="1"/>
      <dgm:spPr/>
      <dgm:t>
        <a:bodyPr/>
        <a:lstStyle/>
        <a:p>
          <a:endParaRPr lang="zh-CN" altLang="en-US"/>
        </a:p>
      </dgm:t>
    </dgm:pt>
    <dgm:pt modelId="{C56D911D-E42F-4B34-9158-8C165166FA71}">
      <dgm:prSet/>
      <dgm:spPr>
        <a:xfrm rot="5400000">
          <a:off x="-195122" y="195700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25F76E0-C682-4935-A56A-E4D1E05B371A}" cxnId="{8A2888BF-F9EA-4539-BCF1-DAC612566E71}" type="parTrans">
      <dgm:prSet/>
      <dgm:spPr/>
      <dgm:t>
        <a:bodyPr/>
        <a:lstStyle/>
        <a:p>
          <a:endParaRPr lang="zh-CN" altLang="en-US"/>
        </a:p>
      </dgm:t>
    </dgm:pt>
    <dgm:pt modelId="{AEAC5D76-D8FB-4F4A-8289-E3ABB99C8F71}" cxnId="{8A2888BF-F9EA-4539-BCF1-DAC612566E71}" type="sibTrans">
      <dgm:prSet/>
      <dgm:spPr/>
      <dgm:t>
        <a:bodyPr/>
        <a:lstStyle/>
        <a:p>
          <a:endParaRPr lang="zh-CN" altLang="en-US"/>
        </a:p>
      </dgm:t>
    </dgm:pt>
    <dgm:pt modelId="{CE5BB9AB-D74A-4B25-9B44-8D0E2ABCAA55}">
      <dgm:prSet/>
      <dgm:spPr>
        <a:xfrm rot="5400000">
          <a:off x="2969008" y="-903251"/>
          <a:ext cx="845532" cy="4962402"/>
        </a:xfrm>
        <a:prstGeom prst="round2SameRect">
          <a:avLst/>
        </a:prstGeom>
        <a:solidFill>
          <a:srgbClr val="FFFFFF"/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33A15166-F2A3-4A13-9D2A-0C77A0C85FEA}" cxnId="{4DEDAC3C-93CE-4C9E-838E-3D9C85E7CE7F}" type="parTrans">
      <dgm:prSet/>
      <dgm:spPr/>
      <dgm:t>
        <a:bodyPr/>
        <a:lstStyle/>
        <a:p>
          <a:endParaRPr lang="zh-CN" altLang="en-US"/>
        </a:p>
      </dgm:t>
    </dgm:pt>
    <dgm:pt modelId="{CBA13977-E545-473C-91E9-AF9AAB6454D3}" cxnId="{4DEDAC3C-93CE-4C9E-838E-3D9C85E7CE7F}" type="sibTrans">
      <dgm:prSet/>
      <dgm:spPr/>
      <dgm:t>
        <a:bodyPr/>
        <a:lstStyle/>
        <a:p>
          <a:endParaRPr lang="zh-CN" altLang="en-US"/>
        </a:p>
      </dgm:t>
    </dgm:pt>
    <dgm:pt modelId="{1F54DC7A-C7CD-421B-916D-B11B2A5C7932}">
      <dgm:prSet/>
      <dgm:spPr>
        <a:xfrm rot="5400000">
          <a:off x="2969008" y="251353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68334605-8A11-4DF7-97FB-9FC8AAFCE95C}" cxnId="{1D13903E-4FA5-479A-BE27-0BE418F398AB}" type="parTrans">
      <dgm:prSet/>
      <dgm:spPr/>
      <dgm:t>
        <a:bodyPr/>
        <a:lstStyle/>
        <a:p>
          <a:endParaRPr lang="zh-CN" altLang="en-US"/>
        </a:p>
      </dgm:t>
    </dgm:pt>
    <dgm:pt modelId="{C556DC77-D4E9-4AF4-826B-E5C48333DA5B}" cxnId="{1D13903E-4FA5-479A-BE27-0BE418F398AB}" type="sibTrans">
      <dgm:prSet/>
      <dgm:spPr/>
      <dgm:t>
        <a:bodyPr/>
        <a:lstStyle/>
        <a:p>
          <a:endParaRPr lang="zh-CN" altLang="en-US"/>
        </a:p>
      </dgm:t>
    </dgm:pt>
    <dgm:pt modelId="{B335BE94-D3F0-4F39-85DB-E74D0D21E749}">
      <dgm:prSet/>
      <dgm:spPr>
        <a:xfrm rot="5400000">
          <a:off x="2969008" y="1405959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宏观计算架构层面</a:t>
          </a:r>
        </a:p>
      </dgm:t>
    </dgm:pt>
    <dgm:pt modelId="{C407563F-3CA9-45BB-A8BC-89FB4892A936}" cxnId="{F048AABB-673F-4FE0-88ED-55A69CBA82AE}" type="parTrans">
      <dgm:prSet/>
      <dgm:spPr/>
      <dgm:t>
        <a:bodyPr/>
        <a:lstStyle/>
        <a:p>
          <a:endParaRPr lang="zh-CN" altLang="en-US"/>
        </a:p>
      </dgm:t>
    </dgm:pt>
    <dgm:pt modelId="{7CD650F7-4961-4495-B4C5-FB4A3030DD06}" cxnId="{F048AABB-673F-4FE0-88ED-55A69CBA82AE}" type="sibTrans">
      <dgm:prSet/>
      <dgm:spPr/>
      <dgm:t>
        <a:bodyPr/>
        <a:lstStyle/>
        <a:p>
          <a:endParaRPr lang="zh-CN" altLang="en-US"/>
        </a:p>
      </dgm:t>
    </dgm:pt>
    <dgm:pt modelId="{B5B009B0-BBBF-487A-AB77-408FD63EAAEA}">
      <dgm:prSet/>
      <dgm:spPr>
        <a:xfrm rot="5400000">
          <a:off x="2969008" y="-2057857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</a:p>
      </dgm:t>
    </dgm:pt>
    <dgm:pt modelId="{07BD23D6-17A4-4C4C-8617-C925DA71AF06}" cxnId="{CD34A975-EB91-4A4D-BB61-77FADDE8D942}" type="parTrans">
      <dgm:prSet/>
      <dgm:spPr/>
      <dgm:t>
        <a:bodyPr/>
        <a:lstStyle/>
        <a:p>
          <a:endParaRPr lang="zh-CN" altLang="en-US"/>
        </a:p>
      </dgm:t>
    </dgm:pt>
    <dgm:pt modelId="{EC3E7B90-771C-4967-AF41-9DE3DB0F12BE}" cxnId="{CD34A975-EB91-4A4D-BB61-77FADDE8D942}" type="sibTrans">
      <dgm:prSet/>
      <dgm:spPr/>
      <dgm:t>
        <a:bodyPr/>
        <a:lstStyle/>
        <a:p>
          <a:endParaRPr lang="zh-CN" altLang="en-US"/>
        </a:p>
      </dgm:t>
    </dgm:pt>
    <dgm:pt modelId="{2026502C-D511-45DE-A783-57786149DE22}">
      <dgm:prSet/>
      <dgm:spPr>
        <a:xfrm rot="5400000">
          <a:off x="-195122" y="2504911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4BC8F44-372E-495E-BA3D-625E3E59B43E}" cxnId="{FBE49687-850F-4B3E-A5D4-8B7BF83F2640}" type="parTrans">
      <dgm:prSet/>
      <dgm:spPr/>
      <dgm:t>
        <a:bodyPr/>
        <a:lstStyle/>
        <a:p>
          <a:endParaRPr lang="zh-CN" altLang="en-US"/>
        </a:p>
      </dgm:t>
    </dgm:pt>
    <dgm:pt modelId="{1723D59F-D0C9-4C8F-B743-A55B1E2C87F3}" cxnId="{FBE49687-850F-4B3E-A5D4-8B7BF83F2640}" type="sibTrans">
      <dgm:prSet/>
      <dgm:spPr/>
      <dgm:t>
        <a:bodyPr/>
        <a:lstStyle/>
        <a:p>
          <a:endParaRPr lang="zh-CN" altLang="en-US"/>
        </a:p>
      </dgm:t>
    </dgm:pt>
    <dgm:pt modelId="{F7352163-9128-4F26-80FF-A5D53762F292}">
      <dgm:prSet/>
      <dgm:spPr>
        <a:xfrm rot="5400000">
          <a:off x="-195122" y="3659517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F9FEFF67-2A62-4E84-B296-5E0FC9668FAF}" cxnId="{26A8EB13-B9E5-410D-8C3B-F98D23762B25}" type="parTrans">
      <dgm:prSet/>
      <dgm:spPr/>
      <dgm:t>
        <a:bodyPr/>
        <a:lstStyle/>
        <a:p>
          <a:endParaRPr lang="zh-CN" altLang="en-US"/>
        </a:p>
      </dgm:t>
    </dgm:pt>
    <dgm:pt modelId="{BCF810AC-2176-4FB5-9FE1-0492808820B9}" cxnId="{26A8EB13-B9E5-410D-8C3B-F98D23762B25}" type="sibTrans">
      <dgm:prSet/>
      <dgm:spPr/>
      <dgm:t>
        <a:bodyPr/>
        <a:lstStyle/>
        <a:p>
          <a:endParaRPr lang="zh-CN" altLang="en-US"/>
        </a:p>
      </dgm:t>
    </dgm:pt>
    <dgm:pt modelId="{B44E7F39-24FE-479E-A3B8-D17B883B6265}">
      <dgm:prSet/>
      <dgm:spPr>
        <a:xfrm rot="5400000">
          <a:off x="-195122" y="1350306"/>
          <a:ext cx="1300818" cy="910573"/>
        </a:xfrm>
        <a:prstGeom prst="chevron">
          <a:avLst/>
        </a:prstGeom>
        <a:solidFill>
          <a:srgbClr val="1F4D78">
            <a:hueOff val="-3694659"/>
            <a:satOff val="8328"/>
            <a:lumOff val="8824"/>
            <a:alphaOff val="0"/>
          </a:srgbClr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E0F8693D-83AC-4266-9DF8-F8A7AD49D863}" cxnId="{64717600-DE9A-4A2F-9850-95547FEB37B8}" type="sibTrans">
      <dgm:prSet/>
      <dgm:spPr/>
      <dgm:t>
        <a:bodyPr/>
        <a:lstStyle/>
        <a:p>
          <a:endParaRPr lang="zh-CN" altLang="en-US"/>
        </a:p>
      </dgm:t>
    </dgm:pt>
    <dgm:pt modelId="{728BA411-6916-45BB-A112-61B49C7B27A0}" cxnId="{64717600-DE9A-4A2F-9850-95547FEB37B8}" type="parTrans">
      <dgm:prSet/>
      <dgm:spPr/>
      <dgm:t>
        <a:bodyPr/>
        <a:lstStyle/>
        <a:p>
          <a:endParaRPr lang="zh-CN" altLang="en-US"/>
        </a:p>
      </dgm:t>
    </dgm:pt>
    <dgm:pt modelId="{2227183A-C26F-460C-AC38-2D204F8FC900}" type="pres">
      <dgm:prSet presAssocID="{D8256CA7-BD0F-4FC3-AAC3-B55530C53448}" presName="linearFlow" presStyleCnt="0">
        <dgm:presLayoutVars>
          <dgm:dir/>
          <dgm:animLvl val="lvl"/>
          <dgm:resizeHandles val="exact"/>
        </dgm:presLayoutVars>
      </dgm:prSet>
      <dgm:spPr/>
    </dgm:pt>
    <dgm:pt modelId="{90892003-4E44-4433-A229-8D2A28CFC411}" type="pres">
      <dgm:prSet presAssocID="{C56D911D-E42F-4B34-9158-8C165166FA71}" presName="composite" presStyleCnt="0"/>
      <dgm:spPr/>
    </dgm:pt>
    <dgm:pt modelId="{1AC9C044-6861-4C8D-B92B-849E96714230}" type="pres">
      <dgm:prSet presAssocID="{C56D911D-E42F-4B34-9158-8C165166FA7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1592168-3ECB-42ED-A998-A28CE060BA43}" type="pres">
      <dgm:prSet presAssocID="{C56D911D-E42F-4B34-9158-8C165166FA71}" presName="descendantText" presStyleLbl="alignAcc1" presStyleIdx="0" presStyleCnt="4">
        <dgm:presLayoutVars>
          <dgm:bulletEnabled val="1"/>
        </dgm:presLayoutVars>
      </dgm:prSet>
      <dgm:spPr/>
    </dgm:pt>
    <dgm:pt modelId="{2ECC020B-FDBB-42D8-95F1-6E9E7CE5F593}" type="pres">
      <dgm:prSet presAssocID="{AEAC5D76-D8FB-4F4A-8289-E3ABB99C8F71}" presName="sp" presStyleCnt="0"/>
      <dgm:spPr/>
    </dgm:pt>
    <dgm:pt modelId="{1C94884E-F0F4-40E1-9752-B5E46AAA1B47}" type="pres">
      <dgm:prSet presAssocID="{B44E7F39-24FE-479E-A3B8-D17B883B6265}" presName="composite" presStyleCnt="0"/>
      <dgm:spPr/>
    </dgm:pt>
    <dgm:pt modelId="{0F223D8F-4A96-442E-B2E1-653CAB0FB34D}" type="pres">
      <dgm:prSet presAssocID="{B44E7F39-24FE-479E-A3B8-D17B883B626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11E2E6F-062B-4A0D-9D14-CC1A2CD66D39}" type="pres">
      <dgm:prSet presAssocID="{B44E7F39-24FE-479E-A3B8-D17B883B6265}" presName="descendantText" presStyleLbl="alignAcc1" presStyleIdx="1" presStyleCnt="4">
        <dgm:presLayoutVars>
          <dgm:bulletEnabled val="1"/>
        </dgm:presLayoutVars>
      </dgm:prSet>
      <dgm:spPr/>
    </dgm:pt>
    <dgm:pt modelId="{44D5D2C8-2057-4F9F-A5CC-504CE31C7BD4}" type="pres">
      <dgm:prSet presAssocID="{E0F8693D-83AC-4266-9DF8-F8A7AD49D863}" presName="sp" presStyleCnt="0"/>
      <dgm:spPr/>
    </dgm:pt>
    <dgm:pt modelId="{2C50FB6D-B0B5-46DC-8A3C-7C8CC5BAA7D9}" type="pres">
      <dgm:prSet presAssocID="{2026502C-D511-45DE-A783-57786149DE22}" presName="composite" presStyleCnt="0"/>
      <dgm:spPr/>
    </dgm:pt>
    <dgm:pt modelId="{C77E6456-DE08-4A94-A604-5A9CA7BD914F}" type="pres">
      <dgm:prSet presAssocID="{2026502C-D511-45DE-A783-57786149DE2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40211E41-1C35-4016-A97E-F075619FAF2B}" type="pres">
      <dgm:prSet presAssocID="{2026502C-D511-45DE-A783-57786149DE22}" presName="descendantText" presStyleLbl="alignAcc1" presStyleIdx="2" presStyleCnt="4">
        <dgm:presLayoutVars>
          <dgm:bulletEnabled val="1"/>
        </dgm:presLayoutVars>
      </dgm:prSet>
      <dgm:spPr/>
    </dgm:pt>
    <dgm:pt modelId="{1288C613-B76A-4EEB-A207-83375C5ABCFD}" type="pres">
      <dgm:prSet presAssocID="{1723D59F-D0C9-4C8F-B743-A55B1E2C87F3}" presName="sp" presStyleCnt="0"/>
      <dgm:spPr/>
    </dgm:pt>
    <dgm:pt modelId="{7031EE24-5BE1-48CE-88DD-874CECF1CB0C}" type="pres">
      <dgm:prSet presAssocID="{F7352163-9128-4F26-80FF-A5D53762F292}" presName="composite" presStyleCnt="0"/>
      <dgm:spPr/>
    </dgm:pt>
    <dgm:pt modelId="{94C4F0E0-38CE-4FD8-A826-A4098B0E2BB1}" type="pres">
      <dgm:prSet presAssocID="{F7352163-9128-4F26-80FF-A5D53762F292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2FAF2920-FBE1-47ED-B5DD-F18BEDA5B91C}" type="pres">
      <dgm:prSet presAssocID="{F7352163-9128-4F26-80FF-A5D53762F292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4717600-DE9A-4A2F-9850-95547FEB37B8}" srcId="{D8256CA7-BD0F-4FC3-AAC3-B55530C53448}" destId="{B44E7F39-24FE-479E-A3B8-D17B883B6265}" srcOrd="1" destOrd="0" parTransId="{728BA411-6916-45BB-A112-61B49C7B27A0}" sibTransId="{E0F8693D-83AC-4266-9DF8-F8A7AD49D863}"/>
    <dgm:cxn modelId="{66954211-2F14-4174-A639-451AB2564697}" type="presOf" srcId="{B5B009B0-BBBF-487A-AB77-408FD63EAAEA}" destId="{B1592168-3ECB-42ED-A998-A28CE060BA43}" srcOrd="0" destOrd="0" presId="urn:microsoft.com/office/officeart/2005/8/layout/chevron2"/>
    <dgm:cxn modelId="{26A8EB13-B9E5-410D-8C3B-F98D23762B25}" srcId="{D8256CA7-BD0F-4FC3-AAC3-B55530C53448}" destId="{F7352163-9128-4F26-80FF-A5D53762F292}" srcOrd="3" destOrd="0" parTransId="{F9FEFF67-2A62-4E84-B296-5E0FC9668FAF}" sibTransId="{BCF810AC-2176-4FB5-9FE1-0492808820B9}"/>
    <dgm:cxn modelId="{4DEDAC3C-93CE-4C9E-838E-3D9C85E7CE7F}" srcId="{B44E7F39-24FE-479E-A3B8-D17B883B6265}" destId="{CE5BB9AB-D74A-4B25-9B44-8D0E2ABCAA55}" srcOrd="0" destOrd="0" parTransId="{33A15166-F2A3-4A13-9D2A-0C77A0C85FEA}" sibTransId="{CBA13977-E545-473C-91E9-AF9AAB6454D3}"/>
    <dgm:cxn modelId="{1D13903E-4FA5-479A-BE27-0BE418F398AB}" srcId="{2026502C-D511-45DE-A783-57786149DE22}" destId="{1F54DC7A-C7CD-421B-916D-B11B2A5C7932}" srcOrd="0" destOrd="0" parTransId="{68334605-8A11-4DF7-97FB-9FC8AAFCE95C}" sibTransId="{C556DC77-D4E9-4AF4-826B-E5C48333DA5B}"/>
    <dgm:cxn modelId="{56FBEF45-EE6E-41E1-AFAF-CD8D401B0EE0}" type="presOf" srcId="{F7352163-9128-4F26-80FF-A5D53762F292}" destId="{94C4F0E0-38CE-4FD8-A826-A4098B0E2BB1}" srcOrd="0" destOrd="0" presId="urn:microsoft.com/office/officeart/2005/8/layout/chevron2"/>
    <dgm:cxn modelId="{CD34A975-EB91-4A4D-BB61-77FADDE8D942}" srcId="{C56D911D-E42F-4B34-9158-8C165166FA71}" destId="{B5B009B0-BBBF-487A-AB77-408FD63EAAEA}" srcOrd="0" destOrd="0" parTransId="{07BD23D6-17A4-4C4C-8617-C925DA71AF06}" sibTransId="{EC3E7B90-771C-4967-AF41-9DE3DB0F12BE}"/>
    <dgm:cxn modelId="{FBE49687-850F-4B3E-A5D4-8B7BF83F2640}" srcId="{D8256CA7-BD0F-4FC3-AAC3-B55530C53448}" destId="{2026502C-D511-45DE-A783-57786149DE22}" srcOrd="2" destOrd="0" parTransId="{34BC8F44-372E-495E-BA3D-625E3E59B43E}" sibTransId="{1723D59F-D0C9-4C8F-B743-A55B1E2C87F3}"/>
    <dgm:cxn modelId="{B110D199-854E-4B1E-89CB-4626D0B62BE5}" type="presOf" srcId="{1F54DC7A-C7CD-421B-916D-B11B2A5C7932}" destId="{40211E41-1C35-4016-A97E-F075619FAF2B}" srcOrd="0" destOrd="0" presId="urn:microsoft.com/office/officeart/2005/8/layout/chevron2"/>
    <dgm:cxn modelId="{84F95DA7-93C2-444F-9335-91791A4C9002}" type="presOf" srcId="{C56D911D-E42F-4B34-9158-8C165166FA71}" destId="{1AC9C044-6861-4C8D-B92B-849E96714230}" srcOrd="0" destOrd="0" presId="urn:microsoft.com/office/officeart/2005/8/layout/chevron2"/>
    <dgm:cxn modelId="{19945BAE-7FB6-4209-A20E-7443BB6DDBF5}" type="presOf" srcId="{B44E7F39-24FE-479E-A3B8-D17B883B6265}" destId="{0F223D8F-4A96-442E-B2E1-653CAB0FB34D}" srcOrd="0" destOrd="0" presId="urn:microsoft.com/office/officeart/2005/8/layout/chevron2"/>
    <dgm:cxn modelId="{CC0353B0-0F74-4BC6-AE81-45C0579EE7E0}" type="presOf" srcId="{D8256CA7-BD0F-4FC3-AAC3-B55530C53448}" destId="{2227183A-C26F-460C-AC38-2D204F8FC900}" srcOrd="0" destOrd="0" presId="urn:microsoft.com/office/officeart/2005/8/layout/chevron2"/>
    <dgm:cxn modelId="{F048AABB-673F-4FE0-88ED-55A69CBA82AE}" srcId="{F7352163-9128-4F26-80FF-A5D53762F292}" destId="{B335BE94-D3F0-4F39-85DB-E74D0D21E749}" srcOrd="0" destOrd="0" parTransId="{C407563F-3CA9-45BB-A8BC-89FB4892A936}" sibTransId="{7CD650F7-4961-4495-B4C5-FB4A3030DD06}"/>
    <dgm:cxn modelId="{8A2888BF-F9EA-4539-BCF1-DAC612566E71}" srcId="{D8256CA7-BD0F-4FC3-AAC3-B55530C53448}" destId="{C56D911D-E42F-4B34-9158-8C165166FA71}" srcOrd="0" destOrd="0" parTransId="{325F76E0-C682-4935-A56A-E4D1E05B371A}" sibTransId="{AEAC5D76-D8FB-4F4A-8289-E3ABB99C8F71}"/>
    <dgm:cxn modelId="{E094ACC2-AEA5-4FA6-815D-A01B7118E1E0}" type="presOf" srcId="{CE5BB9AB-D74A-4B25-9B44-8D0E2ABCAA55}" destId="{D11E2E6F-062B-4A0D-9D14-CC1A2CD66D39}" srcOrd="0" destOrd="0" presId="urn:microsoft.com/office/officeart/2005/8/layout/chevron2"/>
    <dgm:cxn modelId="{7AADDBE6-20B7-4943-8738-5F641CD12A6B}" type="presOf" srcId="{B335BE94-D3F0-4F39-85DB-E74D0D21E749}" destId="{2FAF2920-FBE1-47ED-B5DD-F18BEDA5B91C}" srcOrd="0" destOrd="0" presId="urn:microsoft.com/office/officeart/2005/8/layout/chevron2"/>
    <dgm:cxn modelId="{F4FE94F2-9723-4845-A660-06C122E6A68D}" type="presOf" srcId="{2026502C-D511-45DE-A783-57786149DE22}" destId="{C77E6456-DE08-4A94-A604-5A9CA7BD914F}" srcOrd="0" destOrd="0" presId="urn:microsoft.com/office/officeart/2005/8/layout/chevron2"/>
    <dgm:cxn modelId="{F853611D-BAA4-4CE5-8702-2BDB1FAB6B0B}" type="presParOf" srcId="{2227183A-C26F-460C-AC38-2D204F8FC900}" destId="{90892003-4E44-4433-A229-8D2A28CFC411}" srcOrd="0" destOrd="0" presId="urn:microsoft.com/office/officeart/2005/8/layout/chevron2"/>
    <dgm:cxn modelId="{B636019E-CB8D-4A05-A7CF-7443ECF03228}" type="presParOf" srcId="{90892003-4E44-4433-A229-8D2A28CFC411}" destId="{1AC9C044-6861-4C8D-B92B-849E96714230}" srcOrd="0" destOrd="0" presId="urn:microsoft.com/office/officeart/2005/8/layout/chevron2"/>
    <dgm:cxn modelId="{7CDEDCCD-8EFD-44B1-862B-D49345535477}" type="presParOf" srcId="{90892003-4E44-4433-A229-8D2A28CFC411}" destId="{B1592168-3ECB-42ED-A998-A28CE060BA43}" srcOrd="1" destOrd="0" presId="urn:microsoft.com/office/officeart/2005/8/layout/chevron2"/>
    <dgm:cxn modelId="{A84D8D70-F12F-4705-80D3-12B4A23F141F}" type="presParOf" srcId="{2227183A-C26F-460C-AC38-2D204F8FC900}" destId="{2ECC020B-FDBB-42D8-95F1-6E9E7CE5F593}" srcOrd="1" destOrd="0" presId="urn:microsoft.com/office/officeart/2005/8/layout/chevron2"/>
    <dgm:cxn modelId="{3EFC0C2C-7B5B-4372-87D1-D87FB851EF0F}" type="presParOf" srcId="{2227183A-C26F-460C-AC38-2D204F8FC900}" destId="{1C94884E-F0F4-40E1-9752-B5E46AAA1B47}" srcOrd="2" destOrd="0" presId="urn:microsoft.com/office/officeart/2005/8/layout/chevron2"/>
    <dgm:cxn modelId="{0143A800-0183-46F1-B349-1DE190A01D71}" type="presParOf" srcId="{1C94884E-F0F4-40E1-9752-B5E46AAA1B47}" destId="{0F223D8F-4A96-442E-B2E1-653CAB0FB34D}" srcOrd="0" destOrd="0" presId="urn:microsoft.com/office/officeart/2005/8/layout/chevron2"/>
    <dgm:cxn modelId="{E0854C1D-1B02-4101-9E12-DE6D884616BF}" type="presParOf" srcId="{1C94884E-F0F4-40E1-9752-B5E46AAA1B47}" destId="{D11E2E6F-062B-4A0D-9D14-CC1A2CD66D39}" srcOrd="1" destOrd="0" presId="urn:microsoft.com/office/officeart/2005/8/layout/chevron2"/>
    <dgm:cxn modelId="{68FB98D7-CADE-40A0-A287-E1DED26EA783}" type="presParOf" srcId="{2227183A-C26F-460C-AC38-2D204F8FC900}" destId="{44D5D2C8-2057-4F9F-A5CC-504CE31C7BD4}" srcOrd="3" destOrd="0" presId="urn:microsoft.com/office/officeart/2005/8/layout/chevron2"/>
    <dgm:cxn modelId="{0E837F5D-9F78-442B-97A1-716250D7EE2B}" type="presParOf" srcId="{2227183A-C26F-460C-AC38-2D204F8FC900}" destId="{2C50FB6D-B0B5-46DC-8A3C-7C8CC5BAA7D9}" srcOrd="4" destOrd="0" presId="urn:microsoft.com/office/officeart/2005/8/layout/chevron2"/>
    <dgm:cxn modelId="{01D616B9-068D-469E-9D8E-1DC47A941143}" type="presParOf" srcId="{2C50FB6D-B0B5-46DC-8A3C-7C8CC5BAA7D9}" destId="{C77E6456-DE08-4A94-A604-5A9CA7BD914F}" srcOrd="0" destOrd="0" presId="urn:microsoft.com/office/officeart/2005/8/layout/chevron2"/>
    <dgm:cxn modelId="{36D8D67E-DB66-40D6-AAAF-7A9A9B90AFE0}" type="presParOf" srcId="{2C50FB6D-B0B5-46DC-8A3C-7C8CC5BAA7D9}" destId="{40211E41-1C35-4016-A97E-F075619FAF2B}" srcOrd="1" destOrd="0" presId="urn:microsoft.com/office/officeart/2005/8/layout/chevron2"/>
    <dgm:cxn modelId="{358FDDF6-3E5A-4BB8-8D75-09FCFA52940A}" type="presParOf" srcId="{2227183A-C26F-460C-AC38-2D204F8FC900}" destId="{1288C613-B76A-4EEB-A207-83375C5ABCFD}" srcOrd="5" destOrd="0" presId="urn:microsoft.com/office/officeart/2005/8/layout/chevron2"/>
    <dgm:cxn modelId="{C7046B6F-A9AF-4AD2-AC0C-B2A580666A59}" type="presParOf" srcId="{2227183A-C26F-460C-AC38-2D204F8FC900}" destId="{7031EE24-5BE1-48CE-88DD-874CECF1CB0C}" srcOrd="6" destOrd="0" presId="urn:microsoft.com/office/officeart/2005/8/layout/chevron2"/>
    <dgm:cxn modelId="{7379380C-0E87-4513-9E19-1B10093839C2}" type="presParOf" srcId="{7031EE24-5BE1-48CE-88DD-874CECF1CB0C}" destId="{94C4F0E0-38CE-4FD8-A826-A4098B0E2BB1}" srcOrd="0" destOrd="0" presId="urn:microsoft.com/office/officeart/2005/8/layout/chevron2"/>
    <dgm:cxn modelId="{DAF05C64-F036-4788-8FEC-A60409EE1DD1}" type="presParOf" srcId="{7031EE24-5BE1-48CE-88DD-874CECF1CB0C}" destId="{2FAF2920-FBE1-47ED-B5DD-F18BEDA5B9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256CA7-BD0F-4FC3-AAC3-B55530C53448}" type="doc">
      <dgm:prSet loTypeId="urn:microsoft.com/office/officeart/2005/8/layout/chevron2" loCatId="process" qsTypeId="urn:microsoft.com/office/officeart/2005/8/quickstyle/simple1#4" qsCatId="simple" csTypeId="urn:microsoft.com/office/officeart/2005/8/colors/colorful3#4" csCatId="colorful" phldr="1"/>
      <dgm:spPr/>
      <dgm:t>
        <a:bodyPr/>
        <a:lstStyle/>
        <a:p>
          <a:endParaRPr lang="zh-CN" altLang="en-US"/>
        </a:p>
      </dgm:t>
    </dgm:pt>
    <dgm:pt modelId="{C56D911D-E42F-4B34-9158-8C165166FA71}">
      <dgm:prSet/>
      <dgm:spPr>
        <a:xfrm rot="5400000">
          <a:off x="-195122" y="195700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25F76E0-C682-4935-A56A-E4D1E05B371A}" cxnId="{8A2888BF-F9EA-4539-BCF1-DAC612566E71}" type="parTrans">
      <dgm:prSet/>
      <dgm:spPr/>
      <dgm:t>
        <a:bodyPr/>
        <a:lstStyle/>
        <a:p>
          <a:endParaRPr lang="zh-CN" altLang="en-US"/>
        </a:p>
      </dgm:t>
    </dgm:pt>
    <dgm:pt modelId="{AEAC5D76-D8FB-4F4A-8289-E3ABB99C8F71}" cxnId="{8A2888BF-F9EA-4539-BCF1-DAC612566E71}" type="sibTrans">
      <dgm:prSet/>
      <dgm:spPr/>
      <dgm:t>
        <a:bodyPr/>
        <a:lstStyle/>
        <a:p>
          <a:endParaRPr lang="zh-CN" altLang="en-US"/>
        </a:p>
      </dgm:t>
    </dgm:pt>
    <dgm:pt modelId="{CE5BB9AB-D74A-4B25-9B44-8D0E2ABCAA55}">
      <dgm:prSet/>
      <dgm:spPr>
        <a:xfrm rot="5400000">
          <a:off x="2969008" y="-903251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33A15166-F2A3-4A13-9D2A-0C77A0C85FEA}" cxnId="{4DEDAC3C-93CE-4C9E-838E-3D9C85E7CE7F}" type="parTrans">
      <dgm:prSet/>
      <dgm:spPr/>
      <dgm:t>
        <a:bodyPr/>
        <a:lstStyle/>
        <a:p>
          <a:endParaRPr lang="zh-CN" altLang="en-US"/>
        </a:p>
      </dgm:t>
    </dgm:pt>
    <dgm:pt modelId="{CBA13977-E545-473C-91E9-AF9AAB6454D3}" cxnId="{4DEDAC3C-93CE-4C9E-838E-3D9C85E7CE7F}" type="sibTrans">
      <dgm:prSet/>
      <dgm:spPr/>
      <dgm:t>
        <a:bodyPr/>
        <a:lstStyle/>
        <a:p>
          <a:endParaRPr lang="zh-CN" altLang="en-US"/>
        </a:p>
      </dgm:t>
    </dgm:pt>
    <dgm:pt modelId="{1F54DC7A-C7CD-421B-916D-B11B2A5C7932}">
      <dgm:prSet/>
      <dgm:spPr>
        <a:xfrm rot="5400000">
          <a:off x="2969008" y="251353"/>
          <a:ext cx="845532" cy="496240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68334605-8A11-4DF7-97FB-9FC8AAFCE95C}" cxnId="{1D13903E-4FA5-479A-BE27-0BE418F398AB}" type="parTrans">
      <dgm:prSet/>
      <dgm:spPr/>
      <dgm:t>
        <a:bodyPr/>
        <a:lstStyle/>
        <a:p>
          <a:endParaRPr lang="zh-CN" altLang="en-US"/>
        </a:p>
      </dgm:t>
    </dgm:pt>
    <dgm:pt modelId="{C556DC77-D4E9-4AF4-826B-E5C48333DA5B}" cxnId="{1D13903E-4FA5-479A-BE27-0BE418F398AB}" type="sibTrans">
      <dgm:prSet/>
      <dgm:spPr/>
      <dgm:t>
        <a:bodyPr/>
        <a:lstStyle/>
        <a:p>
          <a:endParaRPr lang="zh-CN" altLang="en-US"/>
        </a:p>
      </dgm:t>
    </dgm:pt>
    <dgm:pt modelId="{B335BE94-D3F0-4F39-85DB-E74D0D21E749}">
      <dgm:prSet/>
      <dgm:spPr>
        <a:xfrm rot="5400000">
          <a:off x="2969008" y="1405959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宏观计算架构层面</a:t>
          </a:r>
        </a:p>
      </dgm:t>
    </dgm:pt>
    <dgm:pt modelId="{C407563F-3CA9-45BB-A8BC-89FB4892A936}" cxnId="{F048AABB-673F-4FE0-88ED-55A69CBA82AE}" type="parTrans">
      <dgm:prSet/>
      <dgm:spPr/>
      <dgm:t>
        <a:bodyPr/>
        <a:lstStyle/>
        <a:p>
          <a:endParaRPr lang="zh-CN" altLang="en-US"/>
        </a:p>
      </dgm:t>
    </dgm:pt>
    <dgm:pt modelId="{7CD650F7-4961-4495-B4C5-FB4A3030DD06}" cxnId="{F048AABB-673F-4FE0-88ED-55A69CBA82AE}" type="sibTrans">
      <dgm:prSet/>
      <dgm:spPr/>
      <dgm:t>
        <a:bodyPr/>
        <a:lstStyle/>
        <a:p>
          <a:endParaRPr lang="zh-CN" altLang="en-US"/>
        </a:p>
      </dgm:t>
    </dgm:pt>
    <dgm:pt modelId="{B5B009B0-BBBF-487A-AB77-408FD63EAAEA}">
      <dgm:prSet/>
      <dgm:spPr>
        <a:xfrm rot="5400000">
          <a:off x="2969008" y="-2057857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</a:p>
      </dgm:t>
    </dgm:pt>
    <dgm:pt modelId="{07BD23D6-17A4-4C4C-8617-C925DA71AF06}" cxnId="{CD34A975-EB91-4A4D-BB61-77FADDE8D942}" type="parTrans">
      <dgm:prSet/>
      <dgm:spPr/>
      <dgm:t>
        <a:bodyPr/>
        <a:lstStyle/>
        <a:p>
          <a:endParaRPr lang="zh-CN" altLang="en-US"/>
        </a:p>
      </dgm:t>
    </dgm:pt>
    <dgm:pt modelId="{EC3E7B90-771C-4967-AF41-9DE3DB0F12BE}" cxnId="{CD34A975-EB91-4A4D-BB61-77FADDE8D942}" type="sibTrans">
      <dgm:prSet/>
      <dgm:spPr/>
      <dgm:t>
        <a:bodyPr/>
        <a:lstStyle/>
        <a:p>
          <a:endParaRPr lang="zh-CN" altLang="en-US"/>
        </a:p>
      </dgm:t>
    </dgm:pt>
    <dgm:pt modelId="{2026502C-D511-45DE-A783-57786149DE22}">
      <dgm:prSet/>
      <dgm:spPr>
        <a:xfrm rot="5400000">
          <a:off x="-195122" y="2504911"/>
          <a:ext cx="1300818" cy="910573"/>
        </a:xfrm>
        <a:prstGeom prst="chevron">
          <a:avLst/>
        </a:prstGeom>
        <a:solidFill>
          <a:srgbClr val="1F4D78">
            <a:hueOff val="-7389318"/>
            <a:satOff val="16657"/>
            <a:lumOff val="17647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4BC8F44-372E-495E-BA3D-625E3E59B43E}" cxnId="{FBE49687-850F-4B3E-A5D4-8B7BF83F2640}" type="parTrans">
      <dgm:prSet/>
      <dgm:spPr/>
      <dgm:t>
        <a:bodyPr/>
        <a:lstStyle/>
        <a:p>
          <a:endParaRPr lang="zh-CN" altLang="en-US"/>
        </a:p>
      </dgm:t>
    </dgm:pt>
    <dgm:pt modelId="{1723D59F-D0C9-4C8F-B743-A55B1E2C87F3}" cxnId="{FBE49687-850F-4B3E-A5D4-8B7BF83F2640}" type="sibTrans">
      <dgm:prSet/>
      <dgm:spPr/>
      <dgm:t>
        <a:bodyPr/>
        <a:lstStyle/>
        <a:p>
          <a:endParaRPr lang="zh-CN" altLang="en-US"/>
        </a:p>
      </dgm:t>
    </dgm:pt>
    <dgm:pt modelId="{F7352163-9128-4F26-80FF-A5D53762F292}">
      <dgm:prSet/>
      <dgm:spPr>
        <a:xfrm rot="5400000">
          <a:off x="-195122" y="3659517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F9FEFF67-2A62-4E84-B296-5E0FC9668FAF}" cxnId="{26A8EB13-B9E5-410D-8C3B-F98D23762B25}" type="parTrans">
      <dgm:prSet/>
      <dgm:spPr/>
      <dgm:t>
        <a:bodyPr/>
        <a:lstStyle/>
        <a:p>
          <a:endParaRPr lang="zh-CN" altLang="en-US"/>
        </a:p>
      </dgm:t>
    </dgm:pt>
    <dgm:pt modelId="{BCF810AC-2176-4FB5-9FE1-0492808820B9}" cxnId="{26A8EB13-B9E5-410D-8C3B-F98D23762B25}" type="sibTrans">
      <dgm:prSet/>
      <dgm:spPr/>
      <dgm:t>
        <a:bodyPr/>
        <a:lstStyle/>
        <a:p>
          <a:endParaRPr lang="zh-CN" altLang="en-US"/>
        </a:p>
      </dgm:t>
    </dgm:pt>
    <dgm:pt modelId="{B44E7F39-24FE-479E-A3B8-D17B883B6265}">
      <dgm:prSet/>
      <dgm:spPr>
        <a:xfrm rot="5400000">
          <a:off x="-195122" y="1350306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E0F8693D-83AC-4266-9DF8-F8A7AD49D863}" cxnId="{64717600-DE9A-4A2F-9850-95547FEB37B8}" type="sibTrans">
      <dgm:prSet/>
      <dgm:spPr/>
      <dgm:t>
        <a:bodyPr/>
        <a:lstStyle/>
        <a:p>
          <a:endParaRPr lang="zh-CN" altLang="en-US"/>
        </a:p>
      </dgm:t>
    </dgm:pt>
    <dgm:pt modelId="{728BA411-6916-45BB-A112-61B49C7B27A0}" cxnId="{64717600-DE9A-4A2F-9850-95547FEB37B8}" type="parTrans">
      <dgm:prSet/>
      <dgm:spPr/>
      <dgm:t>
        <a:bodyPr/>
        <a:lstStyle/>
        <a:p>
          <a:endParaRPr lang="zh-CN" altLang="en-US"/>
        </a:p>
      </dgm:t>
    </dgm:pt>
    <dgm:pt modelId="{2227183A-C26F-460C-AC38-2D204F8FC900}" type="pres">
      <dgm:prSet presAssocID="{D8256CA7-BD0F-4FC3-AAC3-B55530C53448}" presName="linearFlow" presStyleCnt="0">
        <dgm:presLayoutVars>
          <dgm:dir/>
          <dgm:animLvl val="lvl"/>
          <dgm:resizeHandles val="exact"/>
        </dgm:presLayoutVars>
      </dgm:prSet>
      <dgm:spPr/>
    </dgm:pt>
    <dgm:pt modelId="{90892003-4E44-4433-A229-8D2A28CFC411}" type="pres">
      <dgm:prSet presAssocID="{C56D911D-E42F-4B34-9158-8C165166FA71}" presName="composite" presStyleCnt="0"/>
      <dgm:spPr/>
    </dgm:pt>
    <dgm:pt modelId="{1AC9C044-6861-4C8D-B92B-849E96714230}" type="pres">
      <dgm:prSet presAssocID="{C56D911D-E42F-4B34-9158-8C165166FA7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1592168-3ECB-42ED-A998-A28CE060BA43}" type="pres">
      <dgm:prSet presAssocID="{C56D911D-E42F-4B34-9158-8C165166FA71}" presName="descendantText" presStyleLbl="alignAcc1" presStyleIdx="0" presStyleCnt="4">
        <dgm:presLayoutVars>
          <dgm:bulletEnabled val="1"/>
        </dgm:presLayoutVars>
      </dgm:prSet>
      <dgm:spPr/>
    </dgm:pt>
    <dgm:pt modelId="{2ECC020B-FDBB-42D8-95F1-6E9E7CE5F593}" type="pres">
      <dgm:prSet presAssocID="{AEAC5D76-D8FB-4F4A-8289-E3ABB99C8F71}" presName="sp" presStyleCnt="0"/>
      <dgm:spPr/>
    </dgm:pt>
    <dgm:pt modelId="{1C94884E-F0F4-40E1-9752-B5E46AAA1B47}" type="pres">
      <dgm:prSet presAssocID="{B44E7F39-24FE-479E-A3B8-D17B883B6265}" presName="composite" presStyleCnt="0"/>
      <dgm:spPr/>
    </dgm:pt>
    <dgm:pt modelId="{0F223D8F-4A96-442E-B2E1-653CAB0FB34D}" type="pres">
      <dgm:prSet presAssocID="{B44E7F39-24FE-479E-A3B8-D17B883B626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11E2E6F-062B-4A0D-9D14-CC1A2CD66D39}" type="pres">
      <dgm:prSet presAssocID="{B44E7F39-24FE-479E-A3B8-D17B883B6265}" presName="descendantText" presStyleLbl="alignAcc1" presStyleIdx="1" presStyleCnt="4">
        <dgm:presLayoutVars>
          <dgm:bulletEnabled val="1"/>
        </dgm:presLayoutVars>
      </dgm:prSet>
      <dgm:spPr/>
    </dgm:pt>
    <dgm:pt modelId="{44D5D2C8-2057-4F9F-A5CC-504CE31C7BD4}" type="pres">
      <dgm:prSet presAssocID="{E0F8693D-83AC-4266-9DF8-F8A7AD49D863}" presName="sp" presStyleCnt="0"/>
      <dgm:spPr/>
    </dgm:pt>
    <dgm:pt modelId="{2C50FB6D-B0B5-46DC-8A3C-7C8CC5BAA7D9}" type="pres">
      <dgm:prSet presAssocID="{2026502C-D511-45DE-A783-57786149DE22}" presName="composite" presStyleCnt="0"/>
      <dgm:spPr/>
    </dgm:pt>
    <dgm:pt modelId="{C77E6456-DE08-4A94-A604-5A9CA7BD914F}" type="pres">
      <dgm:prSet presAssocID="{2026502C-D511-45DE-A783-57786149DE2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40211E41-1C35-4016-A97E-F075619FAF2B}" type="pres">
      <dgm:prSet presAssocID="{2026502C-D511-45DE-A783-57786149DE22}" presName="descendantText" presStyleLbl="alignAcc1" presStyleIdx="2" presStyleCnt="4">
        <dgm:presLayoutVars>
          <dgm:bulletEnabled val="1"/>
        </dgm:presLayoutVars>
      </dgm:prSet>
      <dgm:spPr/>
    </dgm:pt>
    <dgm:pt modelId="{1288C613-B76A-4EEB-A207-83375C5ABCFD}" type="pres">
      <dgm:prSet presAssocID="{1723D59F-D0C9-4C8F-B743-A55B1E2C87F3}" presName="sp" presStyleCnt="0"/>
      <dgm:spPr/>
    </dgm:pt>
    <dgm:pt modelId="{7031EE24-5BE1-48CE-88DD-874CECF1CB0C}" type="pres">
      <dgm:prSet presAssocID="{F7352163-9128-4F26-80FF-A5D53762F292}" presName="composite" presStyleCnt="0"/>
      <dgm:spPr/>
    </dgm:pt>
    <dgm:pt modelId="{94C4F0E0-38CE-4FD8-A826-A4098B0E2BB1}" type="pres">
      <dgm:prSet presAssocID="{F7352163-9128-4F26-80FF-A5D53762F292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2FAF2920-FBE1-47ED-B5DD-F18BEDA5B91C}" type="pres">
      <dgm:prSet presAssocID="{F7352163-9128-4F26-80FF-A5D53762F292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4717600-DE9A-4A2F-9850-95547FEB37B8}" srcId="{D8256CA7-BD0F-4FC3-AAC3-B55530C53448}" destId="{B44E7F39-24FE-479E-A3B8-D17B883B6265}" srcOrd="1" destOrd="0" parTransId="{728BA411-6916-45BB-A112-61B49C7B27A0}" sibTransId="{E0F8693D-83AC-4266-9DF8-F8A7AD49D863}"/>
    <dgm:cxn modelId="{66954211-2F14-4174-A639-451AB2564697}" type="presOf" srcId="{B5B009B0-BBBF-487A-AB77-408FD63EAAEA}" destId="{B1592168-3ECB-42ED-A998-A28CE060BA43}" srcOrd="0" destOrd="0" presId="urn:microsoft.com/office/officeart/2005/8/layout/chevron2"/>
    <dgm:cxn modelId="{26A8EB13-B9E5-410D-8C3B-F98D23762B25}" srcId="{D8256CA7-BD0F-4FC3-AAC3-B55530C53448}" destId="{F7352163-9128-4F26-80FF-A5D53762F292}" srcOrd="3" destOrd="0" parTransId="{F9FEFF67-2A62-4E84-B296-5E0FC9668FAF}" sibTransId="{BCF810AC-2176-4FB5-9FE1-0492808820B9}"/>
    <dgm:cxn modelId="{4DEDAC3C-93CE-4C9E-838E-3D9C85E7CE7F}" srcId="{B44E7F39-24FE-479E-A3B8-D17B883B6265}" destId="{CE5BB9AB-D74A-4B25-9B44-8D0E2ABCAA55}" srcOrd="0" destOrd="0" parTransId="{33A15166-F2A3-4A13-9D2A-0C77A0C85FEA}" sibTransId="{CBA13977-E545-473C-91E9-AF9AAB6454D3}"/>
    <dgm:cxn modelId="{1D13903E-4FA5-479A-BE27-0BE418F398AB}" srcId="{2026502C-D511-45DE-A783-57786149DE22}" destId="{1F54DC7A-C7CD-421B-916D-B11B2A5C7932}" srcOrd="0" destOrd="0" parTransId="{68334605-8A11-4DF7-97FB-9FC8AAFCE95C}" sibTransId="{C556DC77-D4E9-4AF4-826B-E5C48333DA5B}"/>
    <dgm:cxn modelId="{56FBEF45-EE6E-41E1-AFAF-CD8D401B0EE0}" type="presOf" srcId="{F7352163-9128-4F26-80FF-A5D53762F292}" destId="{94C4F0E0-38CE-4FD8-A826-A4098B0E2BB1}" srcOrd="0" destOrd="0" presId="urn:microsoft.com/office/officeart/2005/8/layout/chevron2"/>
    <dgm:cxn modelId="{CD34A975-EB91-4A4D-BB61-77FADDE8D942}" srcId="{C56D911D-E42F-4B34-9158-8C165166FA71}" destId="{B5B009B0-BBBF-487A-AB77-408FD63EAAEA}" srcOrd="0" destOrd="0" parTransId="{07BD23D6-17A4-4C4C-8617-C925DA71AF06}" sibTransId="{EC3E7B90-771C-4967-AF41-9DE3DB0F12BE}"/>
    <dgm:cxn modelId="{FBE49687-850F-4B3E-A5D4-8B7BF83F2640}" srcId="{D8256CA7-BD0F-4FC3-AAC3-B55530C53448}" destId="{2026502C-D511-45DE-A783-57786149DE22}" srcOrd="2" destOrd="0" parTransId="{34BC8F44-372E-495E-BA3D-625E3E59B43E}" sibTransId="{1723D59F-D0C9-4C8F-B743-A55B1E2C87F3}"/>
    <dgm:cxn modelId="{B110D199-854E-4B1E-89CB-4626D0B62BE5}" type="presOf" srcId="{1F54DC7A-C7CD-421B-916D-B11B2A5C7932}" destId="{40211E41-1C35-4016-A97E-F075619FAF2B}" srcOrd="0" destOrd="0" presId="urn:microsoft.com/office/officeart/2005/8/layout/chevron2"/>
    <dgm:cxn modelId="{84F95DA7-93C2-444F-9335-91791A4C9002}" type="presOf" srcId="{C56D911D-E42F-4B34-9158-8C165166FA71}" destId="{1AC9C044-6861-4C8D-B92B-849E96714230}" srcOrd="0" destOrd="0" presId="urn:microsoft.com/office/officeart/2005/8/layout/chevron2"/>
    <dgm:cxn modelId="{19945BAE-7FB6-4209-A20E-7443BB6DDBF5}" type="presOf" srcId="{B44E7F39-24FE-479E-A3B8-D17B883B6265}" destId="{0F223D8F-4A96-442E-B2E1-653CAB0FB34D}" srcOrd="0" destOrd="0" presId="urn:microsoft.com/office/officeart/2005/8/layout/chevron2"/>
    <dgm:cxn modelId="{CC0353B0-0F74-4BC6-AE81-45C0579EE7E0}" type="presOf" srcId="{D8256CA7-BD0F-4FC3-AAC3-B55530C53448}" destId="{2227183A-C26F-460C-AC38-2D204F8FC900}" srcOrd="0" destOrd="0" presId="urn:microsoft.com/office/officeart/2005/8/layout/chevron2"/>
    <dgm:cxn modelId="{F048AABB-673F-4FE0-88ED-55A69CBA82AE}" srcId="{F7352163-9128-4F26-80FF-A5D53762F292}" destId="{B335BE94-D3F0-4F39-85DB-E74D0D21E749}" srcOrd="0" destOrd="0" parTransId="{C407563F-3CA9-45BB-A8BC-89FB4892A936}" sibTransId="{7CD650F7-4961-4495-B4C5-FB4A3030DD06}"/>
    <dgm:cxn modelId="{8A2888BF-F9EA-4539-BCF1-DAC612566E71}" srcId="{D8256CA7-BD0F-4FC3-AAC3-B55530C53448}" destId="{C56D911D-E42F-4B34-9158-8C165166FA71}" srcOrd="0" destOrd="0" parTransId="{325F76E0-C682-4935-A56A-E4D1E05B371A}" sibTransId="{AEAC5D76-D8FB-4F4A-8289-E3ABB99C8F71}"/>
    <dgm:cxn modelId="{E094ACC2-AEA5-4FA6-815D-A01B7118E1E0}" type="presOf" srcId="{CE5BB9AB-D74A-4B25-9B44-8D0E2ABCAA55}" destId="{D11E2E6F-062B-4A0D-9D14-CC1A2CD66D39}" srcOrd="0" destOrd="0" presId="urn:microsoft.com/office/officeart/2005/8/layout/chevron2"/>
    <dgm:cxn modelId="{7AADDBE6-20B7-4943-8738-5F641CD12A6B}" type="presOf" srcId="{B335BE94-D3F0-4F39-85DB-E74D0D21E749}" destId="{2FAF2920-FBE1-47ED-B5DD-F18BEDA5B91C}" srcOrd="0" destOrd="0" presId="urn:microsoft.com/office/officeart/2005/8/layout/chevron2"/>
    <dgm:cxn modelId="{F4FE94F2-9723-4845-A660-06C122E6A68D}" type="presOf" srcId="{2026502C-D511-45DE-A783-57786149DE22}" destId="{C77E6456-DE08-4A94-A604-5A9CA7BD914F}" srcOrd="0" destOrd="0" presId="urn:microsoft.com/office/officeart/2005/8/layout/chevron2"/>
    <dgm:cxn modelId="{F853611D-BAA4-4CE5-8702-2BDB1FAB6B0B}" type="presParOf" srcId="{2227183A-C26F-460C-AC38-2D204F8FC900}" destId="{90892003-4E44-4433-A229-8D2A28CFC411}" srcOrd="0" destOrd="0" presId="urn:microsoft.com/office/officeart/2005/8/layout/chevron2"/>
    <dgm:cxn modelId="{B636019E-CB8D-4A05-A7CF-7443ECF03228}" type="presParOf" srcId="{90892003-4E44-4433-A229-8D2A28CFC411}" destId="{1AC9C044-6861-4C8D-B92B-849E96714230}" srcOrd="0" destOrd="0" presId="urn:microsoft.com/office/officeart/2005/8/layout/chevron2"/>
    <dgm:cxn modelId="{7CDEDCCD-8EFD-44B1-862B-D49345535477}" type="presParOf" srcId="{90892003-4E44-4433-A229-8D2A28CFC411}" destId="{B1592168-3ECB-42ED-A998-A28CE060BA43}" srcOrd="1" destOrd="0" presId="urn:microsoft.com/office/officeart/2005/8/layout/chevron2"/>
    <dgm:cxn modelId="{A84D8D70-F12F-4705-80D3-12B4A23F141F}" type="presParOf" srcId="{2227183A-C26F-460C-AC38-2D204F8FC900}" destId="{2ECC020B-FDBB-42D8-95F1-6E9E7CE5F593}" srcOrd="1" destOrd="0" presId="urn:microsoft.com/office/officeart/2005/8/layout/chevron2"/>
    <dgm:cxn modelId="{3EFC0C2C-7B5B-4372-87D1-D87FB851EF0F}" type="presParOf" srcId="{2227183A-C26F-460C-AC38-2D204F8FC900}" destId="{1C94884E-F0F4-40E1-9752-B5E46AAA1B47}" srcOrd="2" destOrd="0" presId="urn:microsoft.com/office/officeart/2005/8/layout/chevron2"/>
    <dgm:cxn modelId="{0143A800-0183-46F1-B349-1DE190A01D71}" type="presParOf" srcId="{1C94884E-F0F4-40E1-9752-B5E46AAA1B47}" destId="{0F223D8F-4A96-442E-B2E1-653CAB0FB34D}" srcOrd="0" destOrd="0" presId="urn:microsoft.com/office/officeart/2005/8/layout/chevron2"/>
    <dgm:cxn modelId="{E0854C1D-1B02-4101-9E12-DE6D884616BF}" type="presParOf" srcId="{1C94884E-F0F4-40E1-9752-B5E46AAA1B47}" destId="{D11E2E6F-062B-4A0D-9D14-CC1A2CD66D39}" srcOrd="1" destOrd="0" presId="urn:microsoft.com/office/officeart/2005/8/layout/chevron2"/>
    <dgm:cxn modelId="{68FB98D7-CADE-40A0-A287-E1DED26EA783}" type="presParOf" srcId="{2227183A-C26F-460C-AC38-2D204F8FC900}" destId="{44D5D2C8-2057-4F9F-A5CC-504CE31C7BD4}" srcOrd="3" destOrd="0" presId="urn:microsoft.com/office/officeart/2005/8/layout/chevron2"/>
    <dgm:cxn modelId="{0E837F5D-9F78-442B-97A1-716250D7EE2B}" type="presParOf" srcId="{2227183A-C26F-460C-AC38-2D204F8FC900}" destId="{2C50FB6D-B0B5-46DC-8A3C-7C8CC5BAA7D9}" srcOrd="4" destOrd="0" presId="urn:microsoft.com/office/officeart/2005/8/layout/chevron2"/>
    <dgm:cxn modelId="{01D616B9-068D-469E-9D8E-1DC47A941143}" type="presParOf" srcId="{2C50FB6D-B0B5-46DC-8A3C-7C8CC5BAA7D9}" destId="{C77E6456-DE08-4A94-A604-5A9CA7BD914F}" srcOrd="0" destOrd="0" presId="urn:microsoft.com/office/officeart/2005/8/layout/chevron2"/>
    <dgm:cxn modelId="{36D8D67E-DB66-40D6-AAAF-7A9A9B90AFE0}" type="presParOf" srcId="{2C50FB6D-B0B5-46DC-8A3C-7C8CC5BAA7D9}" destId="{40211E41-1C35-4016-A97E-F075619FAF2B}" srcOrd="1" destOrd="0" presId="urn:microsoft.com/office/officeart/2005/8/layout/chevron2"/>
    <dgm:cxn modelId="{358FDDF6-3E5A-4BB8-8D75-09FCFA52940A}" type="presParOf" srcId="{2227183A-C26F-460C-AC38-2D204F8FC900}" destId="{1288C613-B76A-4EEB-A207-83375C5ABCFD}" srcOrd="5" destOrd="0" presId="urn:microsoft.com/office/officeart/2005/8/layout/chevron2"/>
    <dgm:cxn modelId="{C7046B6F-A9AF-4AD2-AC0C-B2A580666A59}" type="presParOf" srcId="{2227183A-C26F-460C-AC38-2D204F8FC900}" destId="{7031EE24-5BE1-48CE-88DD-874CECF1CB0C}" srcOrd="6" destOrd="0" presId="urn:microsoft.com/office/officeart/2005/8/layout/chevron2"/>
    <dgm:cxn modelId="{7379380C-0E87-4513-9E19-1B10093839C2}" type="presParOf" srcId="{7031EE24-5BE1-48CE-88DD-874CECF1CB0C}" destId="{94C4F0E0-38CE-4FD8-A826-A4098B0E2BB1}" srcOrd="0" destOrd="0" presId="urn:microsoft.com/office/officeart/2005/8/layout/chevron2"/>
    <dgm:cxn modelId="{DAF05C64-F036-4788-8FEC-A60409EE1DD1}" type="presParOf" srcId="{7031EE24-5BE1-48CE-88DD-874CECF1CB0C}" destId="{2FAF2920-FBE1-47ED-B5DD-F18BEDA5B9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256CA7-BD0F-4FC3-AAC3-B55530C53448}" type="doc">
      <dgm:prSet loTypeId="urn:microsoft.com/office/officeart/2005/8/layout/chevron2" loCatId="process" qsTypeId="urn:microsoft.com/office/officeart/2005/8/quickstyle/simple1#5" qsCatId="simple" csTypeId="urn:microsoft.com/office/officeart/2005/8/colors/colorful3#5" csCatId="colorful" phldr="1"/>
      <dgm:spPr/>
      <dgm:t>
        <a:bodyPr/>
        <a:lstStyle/>
        <a:p>
          <a:endParaRPr lang="zh-CN" altLang="en-US"/>
        </a:p>
      </dgm:t>
    </dgm:pt>
    <dgm:pt modelId="{C56D911D-E42F-4B34-9158-8C165166FA71}">
      <dgm:prSet/>
      <dgm:spPr>
        <a:xfrm rot="5400000">
          <a:off x="-195122" y="195700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25F76E0-C682-4935-A56A-E4D1E05B371A}" cxnId="{8A2888BF-F9EA-4539-BCF1-DAC612566E71}" type="parTrans">
      <dgm:prSet/>
      <dgm:spPr/>
      <dgm:t>
        <a:bodyPr/>
        <a:lstStyle/>
        <a:p>
          <a:endParaRPr lang="zh-CN" altLang="en-US"/>
        </a:p>
      </dgm:t>
    </dgm:pt>
    <dgm:pt modelId="{AEAC5D76-D8FB-4F4A-8289-E3ABB99C8F71}" cxnId="{8A2888BF-F9EA-4539-BCF1-DAC612566E71}" type="sibTrans">
      <dgm:prSet/>
      <dgm:spPr/>
      <dgm:t>
        <a:bodyPr/>
        <a:lstStyle/>
        <a:p>
          <a:endParaRPr lang="zh-CN" altLang="en-US"/>
        </a:p>
      </dgm:t>
    </dgm:pt>
    <dgm:pt modelId="{CE5BB9AB-D74A-4B25-9B44-8D0E2ABCAA55}">
      <dgm:prSet/>
      <dgm:spPr>
        <a:xfrm rot="5400000">
          <a:off x="2969008" y="-903251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33A15166-F2A3-4A13-9D2A-0C77A0C85FEA}" cxnId="{4DEDAC3C-93CE-4C9E-838E-3D9C85E7CE7F}" type="parTrans">
      <dgm:prSet/>
      <dgm:spPr/>
      <dgm:t>
        <a:bodyPr/>
        <a:lstStyle/>
        <a:p>
          <a:endParaRPr lang="zh-CN" altLang="en-US"/>
        </a:p>
      </dgm:t>
    </dgm:pt>
    <dgm:pt modelId="{CBA13977-E545-473C-91E9-AF9AAB6454D3}" cxnId="{4DEDAC3C-93CE-4C9E-838E-3D9C85E7CE7F}" type="sibTrans">
      <dgm:prSet/>
      <dgm:spPr/>
      <dgm:t>
        <a:bodyPr/>
        <a:lstStyle/>
        <a:p>
          <a:endParaRPr lang="zh-CN" altLang="en-US"/>
        </a:p>
      </dgm:t>
    </dgm:pt>
    <dgm:pt modelId="{1F54DC7A-C7CD-421B-916D-B11B2A5C7932}">
      <dgm:prSet/>
      <dgm:spPr>
        <a:xfrm rot="5400000">
          <a:off x="2969008" y="251353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</a:p>
      </dgm:t>
    </dgm:pt>
    <dgm:pt modelId="{68334605-8A11-4DF7-97FB-9FC8AAFCE95C}" cxnId="{1D13903E-4FA5-479A-BE27-0BE418F398AB}" type="parTrans">
      <dgm:prSet/>
      <dgm:spPr/>
      <dgm:t>
        <a:bodyPr/>
        <a:lstStyle/>
        <a:p>
          <a:endParaRPr lang="zh-CN" altLang="en-US"/>
        </a:p>
      </dgm:t>
    </dgm:pt>
    <dgm:pt modelId="{C556DC77-D4E9-4AF4-826B-E5C48333DA5B}" cxnId="{1D13903E-4FA5-479A-BE27-0BE418F398AB}" type="sibTrans">
      <dgm:prSet/>
      <dgm:spPr/>
      <dgm:t>
        <a:bodyPr/>
        <a:lstStyle/>
        <a:p>
          <a:endParaRPr lang="zh-CN" altLang="en-US"/>
        </a:p>
      </dgm:t>
    </dgm:pt>
    <dgm:pt modelId="{B335BE94-D3F0-4F39-85DB-E74D0D21E749}">
      <dgm:prSet/>
      <dgm:spPr>
        <a:xfrm rot="5400000">
          <a:off x="2969008" y="1405959"/>
          <a:ext cx="845532" cy="4962402"/>
        </a:xfrm>
        <a:prstGeom prst="round2SameRect">
          <a:avLst/>
        </a:prstGeom>
        <a:solidFill>
          <a:srgbClr val="FFFFFF"/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宏观计算架构适配层面</a:t>
          </a:r>
        </a:p>
      </dgm:t>
    </dgm:pt>
    <dgm:pt modelId="{C407563F-3CA9-45BB-A8BC-89FB4892A936}" cxnId="{F048AABB-673F-4FE0-88ED-55A69CBA82AE}" type="parTrans">
      <dgm:prSet/>
      <dgm:spPr/>
      <dgm:t>
        <a:bodyPr/>
        <a:lstStyle/>
        <a:p>
          <a:endParaRPr lang="zh-CN" altLang="en-US"/>
        </a:p>
      </dgm:t>
    </dgm:pt>
    <dgm:pt modelId="{7CD650F7-4961-4495-B4C5-FB4A3030DD06}" cxnId="{F048AABB-673F-4FE0-88ED-55A69CBA82AE}" type="sibTrans">
      <dgm:prSet/>
      <dgm:spPr/>
      <dgm:t>
        <a:bodyPr/>
        <a:lstStyle/>
        <a:p>
          <a:endParaRPr lang="zh-CN" altLang="en-US"/>
        </a:p>
      </dgm:t>
    </dgm:pt>
    <dgm:pt modelId="{B5B009B0-BBBF-487A-AB77-408FD63EAAEA}">
      <dgm:prSet/>
      <dgm:spPr>
        <a:xfrm rot="5400000">
          <a:off x="2969008" y="-2057857"/>
          <a:ext cx="845532" cy="496240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</a:p>
      </dgm:t>
    </dgm:pt>
    <dgm:pt modelId="{07BD23D6-17A4-4C4C-8617-C925DA71AF06}" cxnId="{CD34A975-EB91-4A4D-BB61-77FADDE8D942}" type="parTrans">
      <dgm:prSet/>
      <dgm:spPr/>
      <dgm:t>
        <a:bodyPr/>
        <a:lstStyle/>
        <a:p>
          <a:endParaRPr lang="zh-CN" altLang="en-US"/>
        </a:p>
      </dgm:t>
    </dgm:pt>
    <dgm:pt modelId="{EC3E7B90-771C-4967-AF41-9DE3DB0F12BE}" cxnId="{CD34A975-EB91-4A4D-BB61-77FADDE8D942}" type="sibTrans">
      <dgm:prSet/>
      <dgm:spPr/>
      <dgm:t>
        <a:bodyPr/>
        <a:lstStyle/>
        <a:p>
          <a:endParaRPr lang="zh-CN" altLang="en-US"/>
        </a:p>
      </dgm:t>
    </dgm:pt>
    <dgm:pt modelId="{2026502C-D511-45DE-A783-57786149DE22}">
      <dgm:prSet/>
      <dgm:spPr>
        <a:xfrm rot="5400000">
          <a:off x="-195122" y="2504911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34BC8F44-372E-495E-BA3D-625E3E59B43E}" cxnId="{FBE49687-850F-4B3E-A5D4-8B7BF83F2640}" type="parTrans">
      <dgm:prSet/>
      <dgm:spPr/>
      <dgm:t>
        <a:bodyPr/>
        <a:lstStyle/>
        <a:p>
          <a:endParaRPr lang="zh-CN" altLang="en-US"/>
        </a:p>
      </dgm:t>
    </dgm:pt>
    <dgm:pt modelId="{1723D59F-D0C9-4C8F-B743-A55B1E2C87F3}" cxnId="{FBE49687-850F-4B3E-A5D4-8B7BF83F2640}" type="sibTrans">
      <dgm:prSet/>
      <dgm:spPr/>
      <dgm:t>
        <a:bodyPr/>
        <a:lstStyle/>
        <a:p>
          <a:endParaRPr lang="zh-CN" altLang="en-US"/>
        </a:p>
      </dgm:t>
    </dgm:pt>
    <dgm:pt modelId="{F7352163-9128-4F26-80FF-A5D53762F292}">
      <dgm:prSet/>
      <dgm:spPr>
        <a:xfrm rot="5400000">
          <a:off x="-195122" y="3659517"/>
          <a:ext cx="1300818" cy="910573"/>
        </a:xfrm>
        <a:prstGeom prst="chevron">
          <a:avLst/>
        </a:prstGeom>
        <a:solidFill>
          <a:srgbClr val="1F4D78">
            <a:hueOff val="-11083976"/>
            <a:satOff val="24985"/>
            <a:lumOff val="26471"/>
            <a:alphaOff val="0"/>
          </a:srgbClr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F9FEFF67-2A62-4E84-B296-5E0FC9668FAF}" cxnId="{26A8EB13-B9E5-410D-8C3B-F98D23762B25}" type="parTrans">
      <dgm:prSet/>
      <dgm:spPr/>
      <dgm:t>
        <a:bodyPr/>
        <a:lstStyle/>
        <a:p>
          <a:endParaRPr lang="zh-CN" altLang="en-US"/>
        </a:p>
      </dgm:t>
    </dgm:pt>
    <dgm:pt modelId="{BCF810AC-2176-4FB5-9FE1-0492808820B9}" cxnId="{26A8EB13-B9E5-410D-8C3B-F98D23762B25}" type="sibTrans">
      <dgm:prSet/>
      <dgm:spPr/>
      <dgm:t>
        <a:bodyPr/>
        <a:lstStyle/>
        <a:p>
          <a:endParaRPr lang="zh-CN" altLang="en-US"/>
        </a:p>
      </dgm:t>
    </dgm:pt>
    <dgm:pt modelId="{B44E7F39-24FE-479E-A3B8-D17B883B6265}">
      <dgm:prSet/>
      <dgm:spPr>
        <a:xfrm rot="5400000">
          <a:off x="-195122" y="1350306"/>
          <a:ext cx="1300818" cy="910573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E0F8693D-83AC-4266-9DF8-F8A7AD49D863}" cxnId="{64717600-DE9A-4A2F-9850-95547FEB37B8}" type="sibTrans">
      <dgm:prSet/>
      <dgm:spPr/>
      <dgm:t>
        <a:bodyPr/>
        <a:lstStyle/>
        <a:p>
          <a:endParaRPr lang="zh-CN" altLang="en-US"/>
        </a:p>
      </dgm:t>
    </dgm:pt>
    <dgm:pt modelId="{728BA411-6916-45BB-A112-61B49C7B27A0}" cxnId="{64717600-DE9A-4A2F-9850-95547FEB37B8}" type="parTrans">
      <dgm:prSet/>
      <dgm:spPr/>
      <dgm:t>
        <a:bodyPr/>
        <a:lstStyle/>
        <a:p>
          <a:endParaRPr lang="zh-CN" altLang="en-US"/>
        </a:p>
      </dgm:t>
    </dgm:pt>
    <dgm:pt modelId="{2227183A-C26F-460C-AC38-2D204F8FC900}" type="pres">
      <dgm:prSet presAssocID="{D8256CA7-BD0F-4FC3-AAC3-B55530C53448}" presName="linearFlow" presStyleCnt="0">
        <dgm:presLayoutVars>
          <dgm:dir/>
          <dgm:animLvl val="lvl"/>
          <dgm:resizeHandles val="exact"/>
        </dgm:presLayoutVars>
      </dgm:prSet>
      <dgm:spPr/>
    </dgm:pt>
    <dgm:pt modelId="{90892003-4E44-4433-A229-8D2A28CFC411}" type="pres">
      <dgm:prSet presAssocID="{C56D911D-E42F-4B34-9158-8C165166FA71}" presName="composite" presStyleCnt="0"/>
      <dgm:spPr/>
    </dgm:pt>
    <dgm:pt modelId="{1AC9C044-6861-4C8D-B92B-849E96714230}" type="pres">
      <dgm:prSet presAssocID="{C56D911D-E42F-4B34-9158-8C165166FA7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1592168-3ECB-42ED-A998-A28CE060BA43}" type="pres">
      <dgm:prSet presAssocID="{C56D911D-E42F-4B34-9158-8C165166FA71}" presName="descendantText" presStyleLbl="alignAcc1" presStyleIdx="0" presStyleCnt="4">
        <dgm:presLayoutVars>
          <dgm:bulletEnabled val="1"/>
        </dgm:presLayoutVars>
      </dgm:prSet>
      <dgm:spPr/>
    </dgm:pt>
    <dgm:pt modelId="{2ECC020B-FDBB-42D8-95F1-6E9E7CE5F593}" type="pres">
      <dgm:prSet presAssocID="{AEAC5D76-D8FB-4F4A-8289-E3ABB99C8F71}" presName="sp" presStyleCnt="0"/>
      <dgm:spPr/>
    </dgm:pt>
    <dgm:pt modelId="{1C94884E-F0F4-40E1-9752-B5E46AAA1B47}" type="pres">
      <dgm:prSet presAssocID="{B44E7F39-24FE-479E-A3B8-D17B883B6265}" presName="composite" presStyleCnt="0"/>
      <dgm:spPr/>
    </dgm:pt>
    <dgm:pt modelId="{0F223D8F-4A96-442E-B2E1-653CAB0FB34D}" type="pres">
      <dgm:prSet presAssocID="{B44E7F39-24FE-479E-A3B8-D17B883B626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11E2E6F-062B-4A0D-9D14-CC1A2CD66D39}" type="pres">
      <dgm:prSet presAssocID="{B44E7F39-24FE-479E-A3B8-D17B883B6265}" presName="descendantText" presStyleLbl="alignAcc1" presStyleIdx="1" presStyleCnt="4">
        <dgm:presLayoutVars>
          <dgm:bulletEnabled val="1"/>
        </dgm:presLayoutVars>
      </dgm:prSet>
      <dgm:spPr/>
    </dgm:pt>
    <dgm:pt modelId="{44D5D2C8-2057-4F9F-A5CC-504CE31C7BD4}" type="pres">
      <dgm:prSet presAssocID="{E0F8693D-83AC-4266-9DF8-F8A7AD49D863}" presName="sp" presStyleCnt="0"/>
      <dgm:spPr/>
    </dgm:pt>
    <dgm:pt modelId="{2C50FB6D-B0B5-46DC-8A3C-7C8CC5BAA7D9}" type="pres">
      <dgm:prSet presAssocID="{2026502C-D511-45DE-A783-57786149DE22}" presName="composite" presStyleCnt="0"/>
      <dgm:spPr/>
    </dgm:pt>
    <dgm:pt modelId="{C77E6456-DE08-4A94-A604-5A9CA7BD914F}" type="pres">
      <dgm:prSet presAssocID="{2026502C-D511-45DE-A783-57786149DE2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40211E41-1C35-4016-A97E-F075619FAF2B}" type="pres">
      <dgm:prSet presAssocID="{2026502C-D511-45DE-A783-57786149DE22}" presName="descendantText" presStyleLbl="alignAcc1" presStyleIdx="2" presStyleCnt="4">
        <dgm:presLayoutVars>
          <dgm:bulletEnabled val="1"/>
        </dgm:presLayoutVars>
      </dgm:prSet>
      <dgm:spPr/>
    </dgm:pt>
    <dgm:pt modelId="{1288C613-B76A-4EEB-A207-83375C5ABCFD}" type="pres">
      <dgm:prSet presAssocID="{1723D59F-D0C9-4C8F-B743-A55B1E2C87F3}" presName="sp" presStyleCnt="0"/>
      <dgm:spPr/>
    </dgm:pt>
    <dgm:pt modelId="{7031EE24-5BE1-48CE-88DD-874CECF1CB0C}" type="pres">
      <dgm:prSet presAssocID="{F7352163-9128-4F26-80FF-A5D53762F292}" presName="composite" presStyleCnt="0"/>
      <dgm:spPr/>
    </dgm:pt>
    <dgm:pt modelId="{94C4F0E0-38CE-4FD8-A826-A4098B0E2BB1}" type="pres">
      <dgm:prSet presAssocID="{F7352163-9128-4F26-80FF-A5D53762F292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2FAF2920-FBE1-47ED-B5DD-F18BEDA5B91C}" type="pres">
      <dgm:prSet presAssocID="{F7352163-9128-4F26-80FF-A5D53762F292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4717600-DE9A-4A2F-9850-95547FEB37B8}" srcId="{D8256CA7-BD0F-4FC3-AAC3-B55530C53448}" destId="{B44E7F39-24FE-479E-A3B8-D17B883B6265}" srcOrd="1" destOrd="0" parTransId="{728BA411-6916-45BB-A112-61B49C7B27A0}" sibTransId="{E0F8693D-83AC-4266-9DF8-F8A7AD49D863}"/>
    <dgm:cxn modelId="{66954211-2F14-4174-A639-451AB2564697}" type="presOf" srcId="{B5B009B0-BBBF-487A-AB77-408FD63EAAEA}" destId="{B1592168-3ECB-42ED-A998-A28CE060BA43}" srcOrd="0" destOrd="0" presId="urn:microsoft.com/office/officeart/2005/8/layout/chevron2"/>
    <dgm:cxn modelId="{26A8EB13-B9E5-410D-8C3B-F98D23762B25}" srcId="{D8256CA7-BD0F-4FC3-AAC3-B55530C53448}" destId="{F7352163-9128-4F26-80FF-A5D53762F292}" srcOrd="3" destOrd="0" parTransId="{F9FEFF67-2A62-4E84-B296-5E0FC9668FAF}" sibTransId="{BCF810AC-2176-4FB5-9FE1-0492808820B9}"/>
    <dgm:cxn modelId="{4DEDAC3C-93CE-4C9E-838E-3D9C85E7CE7F}" srcId="{B44E7F39-24FE-479E-A3B8-D17B883B6265}" destId="{CE5BB9AB-D74A-4B25-9B44-8D0E2ABCAA55}" srcOrd="0" destOrd="0" parTransId="{33A15166-F2A3-4A13-9D2A-0C77A0C85FEA}" sibTransId="{CBA13977-E545-473C-91E9-AF9AAB6454D3}"/>
    <dgm:cxn modelId="{1D13903E-4FA5-479A-BE27-0BE418F398AB}" srcId="{2026502C-D511-45DE-A783-57786149DE22}" destId="{1F54DC7A-C7CD-421B-916D-B11B2A5C7932}" srcOrd="0" destOrd="0" parTransId="{68334605-8A11-4DF7-97FB-9FC8AAFCE95C}" sibTransId="{C556DC77-D4E9-4AF4-826B-E5C48333DA5B}"/>
    <dgm:cxn modelId="{56FBEF45-EE6E-41E1-AFAF-CD8D401B0EE0}" type="presOf" srcId="{F7352163-9128-4F26-80FF-A5D53762F292}" destId="{94C4F0E0-38CE-4FD8-A826-A4098B0E2BB1}" srcOrd="0" destOrd="0" presId="urn:microsoft.com/office/officeart/2005/8/layout/chevron2"/>
    <dgm:cxn modelId="{CD34A975-EB91-4A4D-BB61-77FADDE8D942}" srcId="{C56D911D-E42F-4B34-9158-8C165166FA71}" destId="{B5B009B0-BBBF-487A-AB77-408FD63EAAEA}" srcOrd="0" destOrd="0" parTransId="{07BD23D6-17A4-4C4C-8617-C925DA71AF06}" sibTransId="{EC3E7B90-771C-4967-AF41-9DE3DB0F12BE}"/>
    <dgm:cxn modelId="{FBE49687-850F-4B3E-A5D4-8B7BF83F2640}" srcId="{D8256CA7-BD0F-4FC3-AAC3-B55530C53448}" destId="{2026502C-D511-45DE-A783-57786149DE22}" srcOrd="2" destOrd="0" parTransId="{34BC8F44-372E-495E-BA3D-625E3E59B43E}" sibTransId="{1723D59F-D0C9-4C8F-B743-A55B1E2C87F3}"/>
    <dgm:cxn modelId="{B110D199-854E-4B1E-89CB-4626D0B62BE5}" type="presOf" srcId="{1F54DC7A-C7CD-421B-916D-B11B2A5C7932}" destId="{40211E41-1C35-4016-A97E-F075619FAF2B}" srcOrd="0" destOrd="0" presId="urn:microsoft.com/office/officeart/2005/8/layout/chevron2"/>
    <dgm:cxn modelId="{84F95DA7-93C2-444F-9335-91791A4C9002}" type="presOf" srcId="{C56D911D-E42F-4B34-9158-8C165166FA71}" destId="{1AC9C044-6861-4C8D-B92B-849E96714230}" srcOrd="0" destOrd="0" presId="urn:microsoft.com/office/officeart/2005/8/layout/chevron2"/>
    <dgm:cxn modelId="{19945BAE-7FB6-4209-A20E-7443BB6DDBF5}" type="presOf" srcId="{B44E7F39-24FE-479E-A3B8-D17B883B6265}" destId="{0F223D8F-4A96-442E-B2E1-653CAB0FB34D}" srcOrd="0" destOrd="0" presId="urn:microsoft.com/office/officeart/2005/8/layout/chevron2"/>
    <dgm:cxn modelId="{CC0353B0-0F74-4BC6-AE81-45C0579EE7E0}" type="presOf" srcId="{D8256CA7-BD0F-4FC3-AAC3-B55530C53448}" destId="{2227183A-C26F-460C-AC38-2D204F8FC900}" srcOrd="0" destOrd="0" presId="urn:microsoft.com/office/officeart/2005/8/layout/chevron2"/>
    <dgm:cxn modelId="{F048AABB-673F-4FE0-88ED-55A69CBA82AE}" srcId="{F7352163-9128-4F26-80FF-A5D53762F292}" destId="{B335BE94-D3F0-4F39-85DB-E74D0D21E749}" srcOrd="0" destOrd="0" parTransId="{C407563F-3CA9-45BB-A8BC-89FB4892A936}" sibTransId="{7CD650F7-4961-4495-B4C5-FB4A3030DD06}"/>
    <dgm:cxn modelId="{8A2888BF-F9EA-4539-BCF1-DAC612566E71}" srcId="{D8256CA7-BD0F-4FC3-AAC3-B55530C53448}" destId="{C56D911D-E42F-4B34-9158-8C165166FA71}" srcOrd="0" destOrd="0" parTransId="{325F76E0-C682-4935-A56A-E4D1E05B371A}" sibTransId="{AEAC5D76-D8FB-4F4A-8289-E3ABB99C8F71}"/>
    <dgm:cxn modelId="{E094ACC2-AEA5-4FA6-815D-A01B7118E1E0}" type="presOf" srcId="{CE5BB9AB-D74A-4B25-9B44-8D0E2ABCAA55}" destId="{D11E2E6F-062B-4A0D-9D14-CC1A2CD66D39}" srcOrd="0" destOrd="0" presId="urn:microsoft.com/office/officeart/2005/8/layout/chevron2"/>
    <dgm:cxn modelId="{7AADDBE6-20B7-4943-8738-5F641CD12A6B}" type="presOf" srcId="{B335BE94-D3F0-4F39-85DB-E74D0D21E749}" destId="{2FAF2920-FBE1-47ED-B5DD-F18BEDA5B91C}" srcOrd="0" destOrd="0" presId="urn:microsoft.com/office/officeart/2005/8/layout/chevron2"/>
    <dgm:cxn modelId="{F4FE94F2-9723-4845-A660-06C122E6A68D}" type="presOf" srcId="{2026502C-D511-45DE-A783-57786149DE22}" destId="{C77E6456-DE08-4A94-A604-5A9CA7BD914F}" srcOrd="0" destOrd="0" presId="urn:microsoft.com/office/officeart/2005/8/layout/chevron2"/>
    <dgm:cxn modelId="{F853611D-BAA4-4CE5-8702-2BDB1FAB6B0B}" type="presParOf" srcId="{2227183A-C26F-460C-AC38-2D204F8FC900}" destId="{90892003-4E44-4433-A229-8D2A28CFC411}" srcOrd="0" destOrd="0" presId="urn:microsoft.com/office/officeart/2005/8/layout/chevron2"/>
    <dgm:cxn modelId="{B636019E-CB8D-4A05-A7CF-7443ECF03228}" type="presParOf" srcId="{90892003-4E44-4433-A229-8D2A28CFC411}" destId="{1AC9C044-6861-4C8D-B92B-849E96714230}" srcOrd="0" destOrd="0" presId="urn:microsoft.com/office/officeart/2005/8/layout/chevron2"/>
    <dgm:cxn modelId="{7CDEDCCD-8EFD-44B1-862B-D49345535477}" type="presParOf" srcId="{90892003-4E44-4433-A229-8D2A28CFC411}" destId="{B1592168-3ECB-42ED-A998-A28CE060BA43}" srcOrd="1" destOrd="0" presId="urn:microsoft.com/office/officeart/2005/8/layout/chevron2"/>
    <dgm:cxn modelId="{A84D8D70-F12F-4705-80D3-12B4A23F141F}" type="presParOf" srcId="{2227183A-C26F-460C-AC38-2D204F8FC900}" destId="{2ECC020B-FDBB-42D8-95F1-6E9E7CE5F593}" srcOrd="1" destOrd="0" presId="urn:microsoft.com/office/officeart/2005/8/layout/chevron2"/>
    <dgm:cxn modelId="{3EFC0C2C-7B5B-4372-87D1-D87FB851EF0F}" type="presParOf" srcId="{2227183A-C26F-460C-AC38-2D204F8FC900}" destId="{1C94884E-F0F4-40E1-9752-B5E46AAA1B47}" srcOrd="2" destOrd="0" presId="urn:microsoft.com/office/officeart/2005/8/layout/chevron2"/>
    <dgm:cxn modelId="{0143A800-0183-46F1-B349-1DE190A01D71}" type="presParOf" srcId="{1C94884E-F0F4-40E1-9752-B5E46AAA1B47}" destId="{0F223D8F-4A96-442E-B2E1-653CAB0FB34D}" srcOrd="0" destOrd="0" presId="urn:microsoft.com/office/officeart/2005/8/layout/chevron2"/>
    <dgm:cxn modelId="{E0854C1D-1B02-4101-9E12-DE6D884616BF}" type="presParOf" srcId="{1C94884E-F0F4-40E1-9752-B5E46AAA1B47}" destId="{D11E2E6F-062B-4A0D-9D14-CC1A2CD66D39}" srcOrd="1" destOrd="0" presId="urn:microsoft.com/office/officeart/2005/8/layout/chevron2"/>
    <dgm:cxn modelId="{68FB98D7-CADE-40A0-A287-E1DED26EA783}" type="presParOf" srcId="{2227183A-C26F-460C-AC38-2D204F8FC900}" destId="{44D5D2C8-2057-4F9F-A5CC-504CE31C7BD4}" srcOrd="3" destOrd="0" presId="urn:microsoft.com/office/officeart/2005/8/layout/chevron2"/>
    <dgm:cxn modelId="{0E837F5D-9F78-442B-97A1-716250D7EE2B}" type="presParOf" srcId="{2227183A-C26F-460C-AC38-2D204F8FC900}" destId="{2C50FB6D-B0B5-46DC-8A3C-7C8CC5BAA7D9}" srcOrd="4" destOrd="0" presId="urn:microsoft.com/office/officeart/2005/8/layout/chevron2"/>
    <dgm:cxn modelId="{01D616B9-068D-469E-9D8E-1DC47A941143}" type="presParOf" srcId="{2C50FB6D-B0B5-46DC-8A3C-7C8CC5BAA7D9}" destId="{C77E6456-DE08-4A94-A604-5A9CA7BD914F}" srcOrd="0" destOrd="0" presId="urn:microsoft.com/office/officeart/2005/8/layout/chevron2"/>
    <dgm:cxn modelId="{36D8D67E-DB66-40D6-AAAF-7A9A9B90AFE0}" type="presParOf" srcId="{2C50FB6D-B0B5-46DC-8A3C-7C8CC5BAA7D9}" destId="{40211E41-1C35-4016-A97E-F075619FAF2B}" srcOrd="1" destOrd="0" presId="urn:microsoft.com/office/officeart/2005/8/layout/chevron2"/>
    <dgm:cxn modelId="{358FDDF6-3E5A-4BB8-8D75-09FCFA52940A}" type="presParOf" srcId="{2227183A-C26F-460C-AC38-2D204F8FC900}" destId="{1288C613-B76A-4EEB-A207-83375C5ABCFD}" srcOrd="5" destOrd="0" presId="urn:microsoft.com/office/officeart/2005/8/layout/chevron2"/>
    <dgm:cxn modelId="{C7046B6F-A9AF-4AD2-AC0C-B2A580666A59}" type="presParOf" srcId="{2227183A-C26F-460C-AC38-2D204F8FC900}" destId="{7031EE24-5BE1-48CE-88DD-874CECF1CB0C}" srcOrd="6" destOrd="0" presId="urn:microsoft.com/office/officeart/2005/8/layout/chevron2"/>
    <dgm:cxn modelId="{7379380C-0E87-4513-9E19-1B10093839C2}" type="presParOf" srcId="{7031EE24-5BE1-48CE-88DD-874CECF1CB0C}" destId="{94C4F0E0-38CE-4FD8-A826-A4098B0E2BB1}" srcOrd="0" destOrd="0" presId="urn:microsoft.com/office/officeart/2005/8/layout/chevron2"/>
    <dgm:cxn modelId="{DAF05C64-F036-4788-8FEC-A60409EE1DD1}" type="presParOf" srcId="{7031EE24-5BE1-48CE-88DD-874CECF1CB0C}" destId="{2FAF2920-FBE1-47ED-B5DD-F18BEDA5B91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72976" cy="4765791"/>
        <a:chOff x="0" y="0"/>
        <a:chExt cx="5872976" cy="4765791"/>
      </a:xfrm>
    </dsp:grpSpPr>
    <dsp:sp modelId="{1AC9C044-6861-4C8D-B92B-849E96714230}">
      <dsp:nvSpPr>
        <dsp:cNvPr id="3" name="燕尾形 2"/>
        <dsp:cNvSpPr/>
      </dsp:nvSpPr>
      <dsp:spPr bwMode="white">
        <a:xfrm rot="5400000">
          <a:off x="-195170" y="195170"/>
          <a:ext cx="1301134" cy="910794"/>
        </a:xfrm>
        <a:prstGeom prst="chevron">
          <a:avLst/>
        </a:prstGeom>
        <a:solidFill>
          <a:srgbClr val="1F4D7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95170"/>
        <a:ext cx="1301134" cy="910794"/>
      </dsp:txXfrm>
    </dsp:sp>
    <dsp:sp modelId="{B1592168-3ECB-42ED-A998-A28CE060BA43}">
      <dsp:nvSpPr>
        <dsp:cNvPr id="4" name="同侧圆角矩形 3"/>
        <dsp:cNvSpPr/>
      </dsp:nvSpPr>
      <dsp:spPr bwMode="white">
        <a:xfrm rot="5400000">
          <a:off x="2969016" y="-2058222"/>
          <a:ext cx="845737" cy="496218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  <a:endParaRPr>
            <a:solidFill>
              <a:schemeClr val="dk1"/>
            </a:solidFill>
          </a:endParaRPr>
        </a:p>
      </dsp:txBody>
      <dsp:txXfrm rot="5400000">
        <a:off x="2969016" y="-2058222"/>
        <a:ext cx="845737" cy="4962182"/>
      </dsp:txXfrm>
    </dsp:sp>
    <dsp:sp modelId="{0F223D8F-4A96-442E-B2E1-653CAB0FB34D}">
      <dsp:nvSpPr>
        <dsp:cNvPr id="5" name="燕尾形 4"/>
        <dsp:cNvSpPr/>
      </dsp:nvSpPr>
      <dsp:spPr bwMode="white">
        <a:xfrm rot="5400000">
          <a:off x="-195170" y="1350056"/>
          <a:ext cx="1301134" cy="910794"/>
        </a:xfrm>
        <a:prstGeom prst="chevron">
          <a:avLst/>
        </a:prstGeom>
        <a:solidFill>
          <a:srgbClr val="1F4D78">
            <a:hueOff val="-3694659"/>
            <a:satOff val="8328"/>
            <a:lumOff val="8824"/>
            <a:alphaOff val="0"/>
          </a:srgbClr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accent3">
            <a:hueOff val="0"/>
            <a:satOff val="0"/>
            <a:lumOff val="-3333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350056"/>
        <a:ext cx="1301134" cy="910794"/>
      </dsp:txXfrm>
    </dsp:sp>
    <dsp:sp modelId="{D11E2E6F-062B-4A0D-9D14-CC1A2CD66D39}">
      <dsp:nvSpPr>
        <dsp:cNvPr id="6" name="同侧圆角矩形 5"/>
        <dsp:cNvSpPr/>
      </dsp:nvSpPr>
      <dsp:spPr bwMode="white">
        <a:xfrm rot="5400000">
          <a:off x="2969016" y="-903337"/>
          <a:ext cx="845737" cy="496218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-903337"/>
        <a:ext cx="845737" cy="4962182"/>
      </dsp:txXfrm>
    </dsp:sp>
    <dsp:sp modelId="{C77E6456-DE08-4A94-A604-5A9CA7BD914F}">
      <dsp:nvSpPr>
        <dsp:cNvPr id="7" name="燕尾形 6"/>
        <dsp:cNvSpPr/>
      </dsp:nvSpPr>
      <dsp:spPr bwMode="white">
        <a:xfrm rot="5400000">
          <a:off x="-195170" y="2504941"/>
          <a:ext cx="1301134" cy="910794"/>
        </a:xfrm>
        <a:prstGeom prst="chevron">
          <a:avLst/>
        </a:prstGeom>
        <a:solidFill>
          <a:srgbClr val="1F4D78">
            <a:hueOff val="-7389318"/>
            <a:satOff val="16657"/>
            <a:lumOff val="17647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accent3">
            <a:hueOff val="0"/>
            <a:satOff val="0"/>
            <a:lumOff val="-6666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2504941"/>
        <a:ext cx="1301134" cy="910794"/>
      </dsp:txXfrm>
    </dsp:sp>
    <dsp:sp modelId="{40211E41-1C35-4016-A97E-F075619FAF2B}">
      <dsp:nvSpPr>
        <dsp:cNvPr id="8" name="同侧圆角矩形 7"/>
        <dsp:cNvSpPr/>
      </dsp:nvSpPr>
      <dsp:spPr bwMode="white">
        <a:xfrm rot="5400000">
          <a:off x="2969016" y="251549"/>
          <a:ext cx="845737" cy="496218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251549"/>
        <a:ext cx="845737" cy="4962182"/>
      </dsp:txXfrm>
    </dsp:sp>
    <dsp:sp modelId="{94C4F0E0-38CE-4FD8-A826-A4098B0E2BB1}">
      <dsp:nvSpPr>
        <dsp:cNvPr id="9" name="燕尾形 8"/>
        <dsp:cNvSpPr/>
      </dsp:nvSpPr>
      <dsp:spPr bwMode="white">
        <a:xfrm rot="5400000">
          <a:off x="-195170" y="3659827"/>
          <a:ext cx="1301134" cy="910794"/>
        </a:xfrm>
        <a:prstGeom prst="chevron">
          <a:avLst/>
        </a:prstGeom>
        <a:solidFill>
          <a:srgbClr val="1F4D78">
            <a:hueOff val="-11083976"/>
            <a:satOff val="24985"/>
            <a:lumOff val="26471"/>
            <a:alphaOff val="0"/>
          </a:srgbClr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accent3">
            <a:hueOff val="0"/>
            <a:satOff val="0"/>
            <a:lumOff val="-9999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3659827"/>
        <a:ext cx="1301134" cy="910794"/>
      </dsp:txXfrm>
    </dsp:sp>
    <dsp:sp modelId="{2FAF2920-FBE1-47ED-B5DD-F18BEDA5B91C}">
      <dsp:nvSpPr>
        <dsp:cNvPr id="10" name="同侧圆角矩形 9"/>
        <dsp:cNvSpPr/>
      </dsp:nvSpPr>
      <dsp:spPr bwMode="white">
        <a:xfrm rot="5400000">
          <a:off x="2969016" y="1406434"/>
          <a:ext cx="845737" cy="496218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宏观计算架构适配层面</a:t>
          </a:r>
          <a:endParaRPr>
            <a:solidFill>
              <a:schemeClr val="dk1"/>
            </a:solidFill>
          </a:endParaRPr>
        </a:p>
      </dsp:txBody>
      <dsp:txXfrm rot="5400000">
        <a:off x="2969016" y="1406434"/>
        <a:ext cx="845737" cy="4962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72976" cy="4765791"/>
        <a:chOff x="0" y="0"/>
        <a:chExt cx="5872976" cy="4765791"/>
      </a:xfrm>
    </dsp:grpSpPr>
    <dsp:sp modelId="{1AC9C044-6861-4C8D-B92B-849E96714230}">
      <dsp:nvSpPr>
        <dsp:cNvPr id="3" name="燕尾形 2"/>
        <dsp:cNvSpPr/>
      </dsp:nvSpPr>
      <dsp:spPr bwMode="white">
        <a:xfrm rot="5400000">
          <a:off x="-195170" y="195170"/>
          <a:ext cx="1301134" cy="910794"/>
        </a:xfrm>
        <a:prstGeom prst="chevron">
          <a:avLst/>
        </a:prstGeom>
        <a:solidFill>
          <a:srgbClr val="1F4D7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95170"/>
        <a:ext cx="1301134" cy="910794"/>
      </dsp:txXfrm>
    </dsp:sp>
    <dsp:sp modelId="{B1592168-3ECB-42ED-A998-A28CE060BA43}">
      <dsp:nvSpPr>
        <dsp:cNvPr id="4" name="同侧圆角矩形 3"/>
        <dsp:cNvSpPr/>
      </dsp:nvSpPr>
      <dsp:spPr bwMode="white">
        <a:xfrm rot="5400000">
          <a:off x="2969016" y="-2058222"/>
          <a:ext cx="845737" cy="4962182"/>
        </a:xfrm>
        <a:prstGeom prst="round2SameRect">
          <a:avLst/>
        </a:prstGeom>
        <a:solidFill>
          <a:srgbClr val="FFFFFF"/>
        </a:solidFill>
        <a:ln w="12700" cap="flat" cmpd="sng" algn="ctr">
          <a:solidFill>
            <a:srgbClr val="1F4D78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  <a:endParaRPr>
            <a:solidFill>
              <a:schemeClr val="dk1"/>
            </a:solidFill>
          </a:endParaRPr>
        </a:p>
      </dsp:txBody>
      <dsp:txXfrm rot="5400000">
        <a:off x="2969016" y="-2058222"/>
        <a:ext cx="845737" cy="4962182"/>
      </dsp:txXfrm>
    </dsp:sp>
    <dsp:sp modelId="{0F223D8F-4A96-442E-B2E1-653CAB0FB34D}">
      <dsp:nvSpPr>
        <dsp:cNvPr id="5" name="燕尾形 4"/>
        <dsp:cNvSpPr/>
      </dsp:nvSpPr>
      <dsp:spPr bwMode="white">
        <a:xfrm rot="5400000">
          <a:off x="-195170" y="1350056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accent3">
            <a:hueOff val="0"/>
            <a:satOff val="0"/>
            <a:lumOff val="-3333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350056"/>
        <a:ext cx="1301134" cy="910794"/>
      </dsp:txXfrm>
    </dsp:sp>
    <dsp:sp modelId="{D11E2E6F-062B-4A0D-9D14-CC1A2CD66D39}">
      <dsp:nvSpPr>
        <dsp:cNvPr id="6" name="同侧圆角矩形 5"/>
        <dsp:cNvSpPr/>
      </dsp:nvSpPr>
      <dsp:spPr bwMode="white">
        <a:xfrm rot="5400000">
          <a:off x="2969016" y="-903337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-903337"/>
        <a:ext cx="845737" cy="4962182"/>
      </dsp:txXfrm>
    </dsp:sp>
    <dsp:sp modelId="{C77E6456-DE08-4A94-A604-5A9CA7BD914F}">
      <dsp:nvSpPr>
        <dsp:cNvPr id="7" name="燕尾形 6"/>
        <dsp:cNvSpPr/>
      </dsp:nvSpPr>
      <dsp:spPr bwMode="white">
        <a:xfrm rot="5400000">
          <a:off x="-195170" y="2504941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accent3">
            <a:hueOff val="0"/>
            <a:satOff val="0"/>
            <a:lumOff val="-6666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2504941"/>
        <a:ext cx="1301134" cy="910794"/>
      </dsp:txXfrm>
    </dsp:sp>
    <dsp:sp modelId="{40211E41-1C35-4016-A97E-F075619FAF2B}">
      <dsp:nvSpPr>
        <dsp:cNvPr id="8" name="同侧圆角矩形 7"/>
        <dsp:cNvSpPr/>
      </dsp:nvSpPr>
      <dsp:spPr bwMode="white">
        <a:xfrm rot="5400000">
          <a:off x="2969016" y="251549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251549"/>
        <a:ext cx="845737" cy="4962182"/>
      </dsp:txXfrm>
    </dsp:sp>
    <dsp:sp modelId="{94C4F0E0-38CE-4FD8-A826-A4098B0E2BB1}">
      <dsp:nvSpPr>
        <dsp:cNvPr id="9" name="燕尾形 8"/>
        <dsp:cNvSpPr/>
      </dsp:nvSpPr>
      <dsp:spPr bwMode="white">
        <a:xfrm rot="5400000">
          <a:off x="-195170" y="3659827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accent3">
            <a:hueOff val="0"/>
            <a:satOff val="0"/>
            <a:lumOff val="-9999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3659827"/>
        <a:ext cx="1301134" cy="910794"/>
      </dsp:txXfrm>
    </dsp:sp>
    <dsp:sp modelId="{2FAF2920-FBE1-47ED-B5DD-F18BEDA5B91C}">
      <dsp:nvSpPr>
        <dsp:cNvPr id="10" name="同侧圆角矩形 9"/>
        <dsp:cNvSpPr/>
      </dsp:nvSpPr>
      <dsp:spPr bwMode="white">
        <a:xfrm rot="5400000">
          <a:off x="2969016" y="1406434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宏观计算架构层面</a:t>
          </a:r>
          <a:endParaRPr>
            <a:solidFill>
              <a:schemeClr val="dk1"/>
            </a:solidFill>
          </a:endParaRPr>
        </a:p>
      </dsp:txBody>
      <dsp:txXfrm rot="5400000">
        <a:off x="2969016" y="1406434"/>
        <a:ext cx="845737" cy="49621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72976" cy="4765791"/>
        <a:chOff x="0" y="0"/>
        <a:chExt cx="5872976" cy="4765791"/>
      </a:xfrm>
    </dsp:grpSpPr>
    <dsp:sp modelId="{1AC9C044-6861-4C8D-B92B-849E96714230}">
      <dsp:nvSpPr>
        <dsp:cNvPr id="3" name="燕尾形 2"/>
        <dsp:cNvSpPr/>
      </dsp:nvSpPr>
      <dsp:spPr bwMode="white">
        <a:xfrm rot="5400000">
          <a:off x="-195170" y="195170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95170"/>
        <a:ext cx="1301134" cy="910794"/>
      </dsp:txXfrm>
    </dsp:sp>
    <dsp:sp modelId="{B1592168-3ECB-42ED-A998-A28CE060BA43}">
      <dsp:nvSpPr>
        <dsp:cNvPr id="4" name="同侧圆角矩形 3"/>
        <dsp:cNvSpPr/>
      </dsp:nvSpPr>
      <dsp:spPr bwMode="white">
        <a:xfrm rot="5400000">
          <a:off x="2969016" y="-2058222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  <a:endParaRPr>
            <a:solidFill>
              <a:schemeClr val="dk1"/>
            </a:solidFill>
          </a:endParaRPr>
        </a:p>
      </dsp:txBody>
      <dsp:txXfrm rot="5400000">
        <a:off x="2969016" y="-2058222"/>
        <a:ext cx="845737" cy="4962182"/>
      </dsp:txXfrm>
    </dsp:sp>
    <dsp:sp modelId="{0F223D8F-4A96-442E-B2E1-653CAB0FB34D}">
      <dsp:nvSpPr>
        <dsp:cNvPr id="5" name="燕尾形 4"/>
        <dsp:cNvSpPr/>
      </dsp:nvSpPr>
      <dsp:spPr bwMode="white">
        <a:xfrm rot="5400000">
          <a:off x="-195170" y="1350056"/>
          <a:ext cx="1301134" cy="910794"/>
        </a:xfrm>
        <a:prstGeom prst="chevron">
          <a:avLst/>
        </a:prstGeom>
        <a:solidFill>
          <a:srgbClr val="1F4D78">
            <a:hueOff val="-3694659"/>
            <a:satOff val="8328"/>
            <a:lumOff val="8824"/>
            <a:alphaOff val="0"/>
          </a:srgbClr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accent3">
            <a:hueOff val="0"/>
            <a:satOff val="0"/>
            <a:lumOff val="-3333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350056"/>
        <a:ext cx="1301134" cy="910794"/>
      </dsp:txXfrm>
    </dsp:sp>
    <dsp:sp modelId="{D11E2E6F-062B-4A0D-9D14-CC1A2CD66D39}">
      <dsp:nvSpPr>
        <dsp:cNvPr id="6" name="同侧圆角矩形 5"/>
        <dsp:cNvSpPr/>
      </dsp:nvSpPr>
      <dsp:spPr bwMode="white">
        <a:xfrm rot="5400000">
          <a:off x="2969016" y="-903337"/>
          <a:ext cx="845737" cy="4962182"/>
        </a:xfrm>
        <a:prstGeom prst="round2SameRect">
          <a:avLst/>
        </a:prstGeom>
        <a:solidFill>
          <a:srgbClr val="FFFFFF"/>
        </a:solidFill>
        <a:ln w="12700" cap="flat" cmpd="sng" algn="ctr">
          <a:solidFill>
            <a:srgbClr val="1F4D78">
              <a:hueOff val="-3694659"/>
              <a:satOff val="8328"/>
              <a:lumOff val="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-903337"/>
        <a:ext cx="845737" cy="4962182"/>
      </dsp:txXfrm>
    </dsp:sp>
    <dsp:sp modelId="{C77E6456-DE08-4A94-A604-5A9CA7BD914F}">
      <dsp:nvSpPr>
        <dsp:cNvPr id="7" name="燕尾形 6"/>
        <dsp:cNvSpPr/>
      </dsp:nvSpPr>
      <dsp:spPr bwMode="white">
        <a:xfrm rot="5400000">
          <a:off x="-195170" y="2504941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accent3">
            <a:hueOff val="0"/>
            <a:satOff val="0"/>
            <a:lumOff val="-6666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2504941"/>
        <a:ext cx="1301134" cy="910794"/>
      </dsp:txXfrm>
    </dsp:sp>
    <dsp:sp modelId="{40211E41-1C35-4016-A97E-F075619FAF2B}">
      <dsp:nvSpPr>
        <dsp:cNvPr id="8" name="同侧圆角矩形 7"/>
        <dsp:cNvSpPr/>
      </dsp:nvSpPr>
      <dsp:spPr bwMode="white">
        <a:xfrm rot="5400000">
          <a:off x="2969016" y="251549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251549"/>
        <a:ext cx="845737" cy="4962182"/>
      </dsp:txXfrm>
    </dsp:sp>
    <dsp:sp modelId="{94C4F0E0-38CE-4FD8-A826-A4098B0E2BB1}">
      <dsp:nvSpPr>
        <dsp:cNvPr id="9" name="燕尾形 8"/>
        <dsp:cNvSpPr/>
      </dsp:nvSpPr>
      <dsp:spPr bwMode="white">
        <a:xfrm rot="5400000">
          <a:off x="-195170" y="3659827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accent3">
            <a:hueOff val="0"/>
            <a:satOff val="0"/>
            <a:lumOff val="-9999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3659827"/>
        <a:ext cx="1301134" cy="910794"/>
      </dsp:txXfrm>
    </dsp:sp>
    <dsp:sp modelId="{2FAF2920-FBE1-47ED-B5DD-F18BEDA5B91C}">
      <dsp:nvSpPr>
        <dsp:cNvPr id="10" name="同侧圆角矩形 9"/>
        <dsp:cNvSpPr/>
      </dsp:nvSpPr>
      <dsp:spPr bwMode="white">
        <a:xfrm rot="5400000">
          <a:off x="2969016" y="1406434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宏观计算架构层面</a:t>
          </a:r>
          <a:endParaRPr>
            <a:solidFill>
              <a:schemeClr val="dk1"/>
            </a:solidFill>
          </a:endParaRPr>
        </a:p>
      </dsp:txBody>
      <dsp:txXfrm rot="5400000">
        <a:off x="2969016" y="1406434"/>
        <a:ext cx="845737" cy="49621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72976" cy="4765791"/>
        <a:chOff x="0" y="0"/>
        <a:chExt cx="5872976" cy="4765791"/>
      </a:xfrm>
    </dsp:grpSpPr>
    <dsp:sp modelId="{1AC9C044-6861-4C8D-B92B-849E96714230}">
      <dsp:nvSpPr>
        <dsp:cNvPr id="3" name="燕尾形 2"/>
        <dsp:cNvSpPr/>
      </dsp:nvSpPr>
      <dsp:spPr bwMode="white">
        <a:xfrm rot="5400000">
          <a:off x="-195170" y="195170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95170"/>
        <a:ext cx="1301134" cy="910794"/>
      </dsp:txXfrm>
    </dsp:sp>
    <dsp:sp modelId="{B1592168-3ECB-42ED-A998-A28CE060BA43}">
      <dsp:nvSpPr>
        <dsp:cNvPr id="4" name="同侧圆角矩形 3"/>
        <dsp:cNvSpPr/>
      </dsp:nvSpPr>
      <dsp:spPr bwMode="white">
        <a:xfrm rot="5400000">
          <a:off x="2969016" y="-2058222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  <a:endParaRPr>
            <a:solidFill>
              <a:schemeClr val="dk1"/>
            </a:solidFill>
          </a:endParaRPr>
        </a:p>
      </dsp:txBody>
      <dsp:txXfrm rot="5400000">
        <a:off x="2969016" y="-2058222"/>
        <a:ext cx="845737" cy="4962182"/>
      </dsp:txXfrm>
    </dsp:sp>
    <dsp:sp modelId="{0F223D8F-4A96-442E-B2E1-653CAB0FB34D}">
      <dsp:nvSpPr>
        <dsp:cNvPr id="5" name="燕尾形 4"/>
        <dsp:cNvSpPr/>
      </dsp:nvSpPr>
      <dsp:spPr bwMode="white">
        <a:xfrm rot="5400000">
          <a:off x="-195170" y="1350056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accent3">
            <a:hueOff val="0"/>
            <a:satOff val="0"/>
            <a:lumOff val="-3333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350056"/>
        <a:ext cx="1301134" cy="910794"/>
      </dsp:txXfrm>
    </dsp:sp>
    <dsp:sp modelId="{D11E2E6F-062B-4A0D-9D14-CC1A2CD66D39}">
      <dsp:nvSpPr>
        <dsp:cNvPr id="6" name="同侧圆角矩形 5"/>
        <dsp:cNvSpPr/>
      </dsp:nvSpPr>
      <dsp:spPr bwMode="white">
        <a:xfrm rot="5400000">
          <a:off x="2969016" y="-903337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-903337"/>
        <a:ext cx="845737" cy="4962182"/>
      </dsp:txXfrm>
    </dsp:sp>
    <dsp:sp modelId="{C77E6456-DE08-4A94-A604-5A9CA7BD914F}">
      <dsp:nvSpPr>
        <dsp:cNvPr id="7" name="燕尾形 6"/>
        <dsp:cNvSpPr/>
      </dsp:nvSpPr>
      <dsp:spPr bwMode="white">
        <a:xfrm rot="5400000">
          <a:off x="-195170" y="2504941"/>
          <a:ext cx="1301134" cy="910794"/>
        </a:xfrm>
        <a:prstGeom prst="chevron">
          <a:avLst/>
        </a:prstGeom>
        <a:solidFill>
          <a:srgbClr val="1F4D78">
            <a:hueOff val="-7389318"/>
            <a:satOff val="16657"/>
            <a:lumOff val="17647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accent3">
            <a:hueOff val="0"/>
            <a:satOff val="0"/>
            <a:lumOff val="-6666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2504941"/>
        <a:ext cx="1301134" cy="910794"/>
      </dsp:txXfrm>
    </dsp:sp>
    <dsp:sp modelId="{40211E41-1C35-4016-A97E-F075619FAF2B}">
      <dsp:nvSpPr>
        <dsp:cNvPr id="8" name="同侧圆角矩形 7"/>
        <dsp:cNvSpPr/>
      </dsp:nvSpPr>
      <dsp:spPr bwMode="white">
        <a:xfrm rot="5400000">
          <a:off x="2969016" y="251549"/>
          <a:ext cx="845737" cy="4962182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1F4D78">
              <a:hueOff val="-7389318"/>
              <a:satOff val="16657"/>
              <a:lumOff val="17647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251549"/>
        <a:ext cx="845737" cy="4962182"/>
      </dsp:txXfrm>
    </dsp:sp>
    <dsp:sp modelId="{94C4F0E0-38CE-4FD8-A826-A4098B0E2BB1}">
      <dsp:nvSpPr>
        <dsp:cNvPr id="9" name="燕尾形 8"/>
        <dsp:cNvSpPr/>
      </dsp:nvSpPr>
      <dsp:spPr bwMode="white">
        <a:xfrm rot="5400000">
          <a:off x="-195170" y="3659827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accent3">
            <a:hueOff val="0"/>
            <a:satOff val="0"/>
            <a:lumOff val="-9999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3659827"/>
        <a:ext cx="1301134" cy="910794"/>
      </dsp:txXfrm>
    </dsp:sp>
    <dsp:sp modelId="{2FAF2920-FBE1-47ED-B5DD-F18BEDA5B91C}">
      <dsp:nvSpPr>
        <dsp:cNvPr id="10" name="同侧圆角矩形 9"/>
        <dsp:cNvSpPr/>
      </dsp:nvSpPr>
      <dsp:spPr bwMode="white">
        <a:xfrm rot="5400000">
          <a:off x="2969016" y="1406434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宏观计算架构层面</a:t>
          </a:r>
          <a:endParaRPr>
            <a:solidFill>
              <a:schemeClr val="dk1"/>
            </a:solidFill>
          </a:endParaRPr>
        </a:p>
      </dsp:txBody>
      <dsp:txXfrm rot="5400000">
        <a:off x="2969016" y="1406434"/>
        <a:ext cx="845737" cy="49621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872976" cy="4765791"/>
        <a:chOff x="0" y="0"/>
        <a:chExt cx="5872976" cy="4765791"/>
      </a:xfrm>
    </dsp:grpSpPr>
    <dsp:sp modelId="{1AC9C044-6861-4C8D-B92B-849E96714230}">
      <dsp:nvSpPr>
        <dsp:cNvPr id="3" name="燕尾形 2"/>
        <dsp:cNvSpPr/>
      </dsp:nvSpPr>
      <dsp:spPr bwMode="white">
        <a:xfrm rot="5400000">
          <a:off x="-195170" y="195170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1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95170"/>
        <a:ext cx="1301134" cy="910794"/>
      </dsp:txXfrm>
    </dsp:sp>
    <dsp:sp modelId="{B1592168-3ECB-42ED-A998-A28CE060BA43}">
      <dsp:nvSpPr>
        <dsp:cNvPr id="4" name="同侧圆角矩形 3"/>
        <dsp:cNvSpPr/>
      </dsp:nvSpPr>
      <dsp:spPr bwMode="white">
        <a:xfrm rot="5400000">
          <a:off x="2969016" y="-2058222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Attention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机制层面</a:t>
          </a:r>
          <a:endParaRPr>
            <a:solidFill>
              <a:schemeClr val="dk1"/>
            </a:solidFill>
          </a:endParaRPr>
        </a:p>
      </dsp:txBody>
      <dsp:txXfrm rot="5400000">
        <a:off x="2969016" y="-2058222"/>
        <a:ext cx="845737" cy="4962182"/>
      </dsp:txXfrm>
    </dsp:sp>
    <dsp:sp modelId="{0F223D8F-4A96-442E-B2E1-653CAB0FB34D}">
      <dsp:nvSpPr>
        <dsp:cNvPr id="5" name="燕尾形 4"/>
        <dsp:cNvSpPr/>
      </dsp:nvSpPr>
      <dsp:spPr bwMode="white">
        <a:xfrm rot="5400000">
          <a:off x="-195170" y="1350056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accent3">
            <a:hueOff val="0"/>
            <a:satOff val="0"/>
            <a:lumOff val="-3333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2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1350056"/>
        <a:ext cx="1301134" cy="910794"/>
      </dsp:txXfrm>
    </dsp:sp>
    <dsp:sp modelId="{D11E2E6F-062B-4A0D-9D14-CC1A2CD66D39}">
      <dsp:nvSpPr>
        <dsp:cNvPr id="6" name="同侧圆角矩形 5"/>
        <dsp:cNvSpPr/>
      </dsp:nvSpPr>
      <dsp:spPr bwMode="white">
        <a:xfrm rot="5400000">
          <a:off x="2969016" y="-903337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3333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逐层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-903337"/>
        <a:ext cx="845737" cy="4962182"/>
      </dsp:txXfrm>
    </dsp:sp>
    <dsp:sp modelId="{C77E6456-DE08-4A94-A604-5A9CA7BD914F}">
      <dsp:nvSpPr>
        <dsp:cNvPr id="7" name="燕尾形 6"/>
        <dsp:cNvSpPr/>
      </dsp:nvSpPr>
      <dsp:spPr bwMode="white">
        <a:xfrm rot="5400000">
          <a:off x="-195170" y="2504941"/>
          <a:ext cx="1301134" cy="910794"/>
        </a:xfrm>
        <a:prstGeom prst="chevron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accent3">
            <a:hueOff val="0"/>
            <a:satOff val="0"/>
            <a:lumOff val="-6666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3</a:t>
          </a:r>
          <a:endParaRPr lang="zh-CN" altLang="en-US" dirty="0">
            <a:noFill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2504941"/>
        <a:ext cx="1301134" cy="910794"/>
      </dsp:txXfrm>
    </dsp:sp>
    <dsp:sp modelId="{40211E41-1C35-4016-A97E-F075619FAF2B}">
      <dsp:nvSpPr>
        <dsp:cNvPr id="8" name="同侧圆角矩形 7"/>
        <dsp:cNvSpPr/>
      </dsp:nvSpPr>
      <dsp:spPr bwMode="white">
        <a:xfrm rot="5400000">
          <a:off x="2969016" y="251549"/>
          <a:ext cx="845737" cy="4962182"/>
        </a:xfrm>
        <a:prstGeom prst="round2Same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6666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层间</a:t>
          </a:r>
          <a:r>
            <a:rPr 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KV Cache</a:t>
          </a:r>
          <a:r>
            <a:rPr lang="zh-CN" altLang="en-US" dirty="0">
              <a:noFill/>
              <a:latin typeface="Arial" panose="020B0604020202020204"/>
              <a:ea typeface="微软雅黑" panose="020B0503020204020204" pitchFamily="34" charset="-122"/>
              <a:cs typeface="+mn-cs"/>
            </a:rPr>
            <a:t>压缩层面</a:t>
          </a:r>
          <a:endParaRPr>
            <a:solidFill>
              <a:schemeClr val="dk1"/>
            </a:solidFill>
          </a:endParaRPr>
        </a:p>
      </dsp:txBody>
      <dsp:txXfrm rot="5400000">
        <a:off x="2969016" y="251549"/>
        <a:ext cx="845737" cy="4962182"/>
      </dsp:txXfrm>
    </dsp:sp>
    <dsp:sp modelId="{94C4F0E0-38CE-4FD8-A826-A4098B0E2BB1}">
      <dsp:nvSpPr>
        <dsp:cNvPr id="9" name="燕尾形 8"/>
        <dsp:cNvSpPr/>
      </dsp:nvSpPr>
      <dsp:spPr bwMode="white">
        <a:xfrm rot="5400000">
          <a:off x="-195170" y="3659827"/>
          <a:ext cx="1301134" cy="910794"/>
        </a:xfrm>
        <a:prstGeom prst="chevron">
          <a:avLst/>
        </a:prstGeom>
        <a:solidFill>
          <a:srgbClr val="1F4D78">
            <a:hueOff val="-11083976"/>
            <a:satOff val="24985"/>
            <a:lumOff val="26471"/>
            <a:alphaOff val="0"/>
          </a:srgbClr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accent3">
            <a:hueOff val="0"/>
            <a:satOff val="0"/>
            <a:lumOff val="-9999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4</a:t>
          </a:r>
          <a:endParaRPr lang="zh-CN" altLang="en-US" dirty="0">
            <a:solidFill>
              <a:srgbClr val="FFFFFF"/>
            </a:solidFill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 rot="5400000">
        <a:off x="-195170" y="3659827"/>
        <a:ext cx="1301134" cy="910794"/>
      </dsp:txXfrm>
    </dsp:sp>
    <dsp:sp modelId="{2FAF2920-FBE1-47ED-B5DD-F18BEDA5B91C}">
      <dsp:nvSpPr>
        <dsp:cNvPr id="10" name="同侧圆角矩形 9"/>
        <dsp:cNvSpPr/>
      </dsp:nvSpPr>
      <dsp:spPr bwMode="white">
        <a:xfrm rot="5400000">
          <a:off x="2969016" y="1406434"/>
          <a:ext cx="845737" cy="4962182"/>
        </a:xfrm>
        <a:prstGeom prst="round2SameRect">
          <a:avLst/>
        </a:prstGeom>
        <a:solidFill>
          <a:srgbClr val="FFFFFF"/>
        </a:solidFill>
        <a:ln w="12700" cap="flat" cmpd="sng" algn="ctr">
          <a:solidFill>
            <a:srgbClr val="1F4D78">
              <a:hueOff val="-11083976"/>
              <a:satOff val="24985"/>
              <a:lumOff val="26471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3">
            <a:hueOff val="0"/>
            <a:satOff val="0"/>
            <a:lumOff val="-9999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227584" tIns="20320" rIns="20320" bIns="20320" anchor="ctr"/>
        <a:lstStyle>
          <a:lvl1pPr algn="l">
            <a:defRPr sz="3200"/>
          </a:lvl1pPr>
          <a:lvl2pPr marL="285750" indent="-285750" algn="l">
            <a:defRPr sz="3200"/>
          </a:lvl2pPr>
          <a:lvl3pPr marL="571500" indent="-285750" algn="l">
            <a:defRPr sz="3200"/>
          </a:lvl3pPr>
          <a:lvl4pPr marL="857250" indent="-285750" algn="l">
            <a:defRPr sz="3200"/>
          </a:lvl4pPr>
          <a:lvl5pPr marL="1143000" indent="-285750" algn="l">
            <a:defRPr sz="3200"/>
          </a:lvl5pPr>
          <a:lvl6pPr marL="1428750" indent="-285750" algn="l">
            <a:defRPr sz="3200"/>
          </a:lvl6pPr>
          <a:lvl7pPr marL="1714500" indent="-285750" algn="l">
            <a:defRPr sz="3200"/>
          </a:lvl7pPr>
          <a:lvl8pPr marL="2000250" indent="-285750" algn="l">
            <a:defRPr sz="3200"/>
          </a:lvl8pPr>
          <a:lvl9pPr marL="2286000" indent="-285750" algn="l">
            <a:defRPr sz="3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pitchFamily="34" charset="-122"/>
              <a:cs typeface="+mn-cs"/>
            </a:rPr>
            <a:t>宏观计算架构适配层面</a:t>
          </a:r>
          <a:endParaRPr>
            <a:solidFill>
              <a:schemeClr val="dk1"/>
            </a:solidFill>
          </a:endParaRPr>
        </a:p>
      </dsp:txBody>
      <dsp:txXfrm rot="5400000">
        <a:off x="2969016" y="1406434"/>
        <a:ext cx="845737" cy="4962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538" tIns="45767" rIns="91538" bIns="45767" numCol="1" anchor="t" anchorCtr="0" compatLnSpc="1"/>
          <a:lstStyle>
            <a:lvl1pPr>
              <a:defRPr sz="1200">
                <a:latin typeface="Times New Roman" panose="02020603050405020304" charset="0"/>
                <a:ea typeface="MS PGothic" panose="020B0600070205080204" charset="-122"/>
                <a:cs typeface="MS PGothic" panose="020B060007020508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5100" y="0"/>
            <a:ext cx="30432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538" tIns="45767" rIns="91538" bIns="45767" numCol="1" anchor="t" anchorCtr="0" compatLnSpc="1"/>
          <a:lstStyle>
            <a:lvl1pPr algn="r">
              <a:defRPr sz="1200">
                <a:latin typeface="Times New Roman" panose="0202060305040502030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November 16, 2004</a:t>
            </a:r>
            <a:endParaRPr lang="en-US"/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538" tIns="45767" rIns="91538" bIns="45767" numCol="1" anchor="b" anchorCtr="0" compatLnSpc="1"/>
          <a:lstStyle>
            <a:lvl1pPr>
              <a:defRPr sz="1200">
                <a:latin typeface="Times New Roman" panose="02020603050405020304" charset="0"/>
                <a:ea typeface="MS PGothic" panose="020B0600070205080204" charset="-122"/>
                <a:cs typeface="MS PGothic" panose="020B060007020508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510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538" tIns="45767" rIns="91538" bIns="45767" numCol="1" anchor="b" anchorCtr="0" compatLnSpc="1"/>
          <a:lstStyle>
            <a:lvl1pPr algn="r">
              <a:defRPr sz="1200">
                <a:latin typeface="Times New Roman" panose="02020603050405020304" charset="0"/>
              </a:defRPr>
            </a:lvl1pPr>
          </a:lstStyle>
          <a:p>
            <a:fld id="{6C307E48-4926-3549-8831-7AC3983E3496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56" tIns="46530" rIns="93056" bIns="46530" numCol="1" anchor="t" anchorCtr="0" compatLnSpc="1"/>
          <a:lstStyle>
            <a:lvl1pPr defTabSz="932180">
              <a:defRPr sz="1200">
                <a:latin typeface="Times New Roman" panose="02020603050405020304" charset="0"/>
                <a:ea typeface="MS PGothic" panose="020B0600070205080204" charset="-122"/>
                <a:cs typeface="MS PGothic" panose="020B060007020508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5100" y="0"/>
            <a:ext cx="30432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56" tIns="46530" rIns="93056" bIns="46530" numCol="1" anchor="t" anchorCtr="0" compatLnSpc="1"/>
          <a:lstStyle>
            <a:lvl1pPr algn="r" defTabSz="932180">
              <a:defRPr sz="1200">
                <a:latin typeface="Times New Roman" panose="0202060305040502030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November 16, 2004</a:t>
            </a: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3263" y="4421188"/>
            <a:ext cx="5613400" cy="4186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56" tIns="46530" rIns="93056" bIns="4653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56" tIns="46530" rIns="93056" bIns="46530" numCol="1" anchor="b" anchorCtr="0" compatLnSpc="1"/>
          <a:lstStyle>
            <a:lvl1pPr defTabSz="932180">
              <a:defRPr sz="1200">
                <a:latin typeface="Times New Roman" panose="02020603050405020304" charset="0"/>
                <a:ea typeface="MS PGothic" panose="020B0600070205080204" charset="-122"/>
                <a:cs typeface="MS PGothic" panose="020B060007020508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5100" y="8840788"/>
            <a:ext cx="3043238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56" tIns="46530" rIns="93056" bIns="46530" numCol="1" anchor="b" anchorCtr="0" compatLnSpc="1"/>
          <a:lstStyle>
            <a:lvl1pPr algn="r" defTabSz="932180">
              <a:defRPr sz="1200">
                <a:latin typeface="Times New Roman" panose="02020603050405020304" charset="0"/>
              </a:defRPr>
            </a:lvl1pPr>
          </a:lstStyle>
          <a:p>
            <a:fld id="{854A0DB7-0BA2-224D-A58E-8779BA8677F7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Mincho" panose="02020600040205080304" pitchFamily="18" charset="-128"/>
        <a:cs typeface="MS PMincho" panose="02020600040205080304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Mincho" panose="02020600040205080304" pitchFamily="18" charset="-128"/>
        <a:cs typeface="MS PMincho" panose="02020600040205080304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Mincho" panose="02020600040205080304" pitchFamily="18" charset="-128"/>
        <a:cs typeface="MS PMincho" panose="02020600040205080304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Mincho" panose="02020600040205080304" pitchFamily="18" charset="-128"/>
        <a:cs typeface="MS PMincho" panose="02020600040205080304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MS PMincho" panose="02020600040205080304" pitchFamily="18" charset="-128"/>
        <a:cs typeface="MS PMincho" panose="020206000402050803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1407549"/>
            <a:ext cx="7886700" cy="1325563"/>
          </a:xfrm>
          <a:prstGeom prst="rect">
            <a:avLst/>
          </a:prstGeom>
        </p:spPr>
        <p:txBody>
          <a:bodyPr anchor="ctr"/>
          <a:lstStyle>
            <a:lvl1pPr algn="ctr">
              <a:defRPr sz="3200" b="0">
                <a:solidFill>
                  <a:srgbClr val="003D7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" name="Rectangle 14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066800"/>
          </a:xfrm>
        </p:spPr>
        <p:txBody>
          <a:bodyPr/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1407549"/>
            <a:ext cx="7886700" cy="1325563"/>
          </a:xfrm>
          <a:prstGeom prst="rect">
            <a:avLst/>
          </a:prstGeom>
        </p:spPr>
        <p:txBody>
          <a:bodyPr anchor="ctr"/>
          <a:lstStyle>
            <a:lvl1pPr algn="ctr">
              <a:defRPr sz="2800" b="0">
                <a:solidFill>
                  <a:srgbClr val="003D7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11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zh-CN" sz="1200" dirty="0"/>
              <a:t>1.</a:t>
            </a:r>
            <a:r>
              <a:rPr lang="en-US" altLang="en-US" sz="1200" dirty="0"/>
              <a:t> 绪论</a:t>
            </a:r>
            <a:endParaRPr lang="en-US" altLang="x-none" sz="1200" dirty="0"/>
          </a:p>
        </p:txBody>
      </p:sp>
      <p:sp>
        <p:nvSpPr>
          <p:cNvPr id="13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r"/>
            <a:r>
              <a:rPr lang="en-US" altLang="en-US" sz="1200" dirty="0"/>
              <a:t>自然语言处理       </a:t>
            </a:r>
            <a:r>
              <a:rPr lang="zh-CN" altLang="en-US" sz="1200" dirty="0"/>
              <a:t>      </a:t>
            </a:r>
            <a:fld id="{0C228D96-9922-F843-B28C-67D3289F70E3}" type="slidenum">
              <a:rPr lang="zh-CN" altLang="en-US" sz="1200" smtClean="0"/>
            </a:fld>
            <a:r>
              <a:rPr lang="zh-CN" altLang="en-US" sz="1200" dirty="0"/>
              <a:t> </a:t>
            </a:r>
            <a:r>
              <a:rPr lang="en-US" altLang="zh-CN" sz="1200" dirty="0"/>
              <a:t>/</a:t>
            </a:r>
            <a:r>
              <a:rPr lang="zh-CN" altLang="en-US" sz="1200" dirty="0"/>
              <a:t> </a:t>
            </a:r>
            <a:r>
              <a:rPr lang="en-US" altLang="zh-CN" sz="1200" dirty="0"/>
              <a:t>125</a:t>
            </a:r>
            <a:endParaRPr lang="en-US" altLang="x-none" sz="1200" dirty="0"/>
          </a:p>
        </p:txBody>
      </p:sp>
      <p:sp>
        <p:nvSpPr>
          <p:cNvPr id="16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课程组</a:t>
            </a:r>
            <a:endParaRPr lang="en-US" altLang="x-non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ectangle 16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zh-CN" altLang="en-US" sz="1200" dirty="0"/>
              <a:t>大作业：传统深度学习部分</a:t>
            </a:r>
            <a:endParaRPr lang="en-US" altLang="x-none" sz="1200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4300" y="152400"/>
            <a:ext cx="7886700" cy="546904"/>
          </a:xfrm>
          <a:prstGeom prst="rect">
            <a:avLst/>
          </a:prstGeom>
        </p:spPr>
        <p:txBody>
          <a:bodyPr anchor="ctr"/>
          <a:lstStyle>
            <a:lvl1pPr>
              <a:defRPr kumimoji="1" lang="x-none" sz="2600" b="0" i="0" kern="0" dirty="0">
                <a:solidFill>
                  <a:srgbClr val="F0B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10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1200" dirty="0" err="1"/>
              <a:t>自然语言处理</a:t>
            </a:r>
            <a:endParaRPr lang="en-US" altLang="x-none" sz="1200" dirty="0"/>
          </a:p>
        </p:txBody>
      </p:sp>
      <p:sp>
        <p:nvSpPr>
          <p:cNvPr id="15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课程组</a:t>
            </a:r>
            <a:endParaRPr lang="en-US" altLang="x-non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ectangle 16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zh-CN" altLang="en-US" sz="1200" dirty="0"/>
              <a:t>大作业：大模型推理部分</a:t>
            </a:r>
            <a:endParaRPr lang="en-US" altLang="x-none" sz="1200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4300" y="152400"/>
            <a:ext cx="7886700" cy="546904"/>
          </a:xfrm>
          <a:prstGeom prst="rect">
            <a:avLst/>
          </a:prstGeom>
        </p:spPr>
        <p:txBody>
          <a:bodyPr anchor="ctr"/>
          <a:lstStyle>
            <a:lvl1pPr>
              <a:defRPr kumimoji="1" lang="x-none" sz="2600" b="0" i="0" kern="0" dirty="0">
                <a:solidFill>
                  <a:srgbClr val="F0B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10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1200" dirty="0" err="1"/>
              <a:t>自然语言处理</a:t>
            </a:r>
            <a:endParaRPr lang="en-US" altLang="x-none" sz="1200" dirty="0"/>
          </a:p>
        </p:txBody>
      </p:sp>
      <p:sp>
        <p:nvSpPr>
          <p:cNvPr id="15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课程组</a:t>
            </a:r>
            <a:endParaRPr lang="en-US" altLang="x-non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5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zh-CN" sz="1200" dirty="0"/>
              <a:t>1.</a:t>
            </a:r>
            <a:r>
              <a:rPr lang="en-US" altLang="en-US" sz="1200" dirty="0"/>
              <a:t> 绪论</a:t>
            </a:r>
            <a:endParaRPr lang="en-US" altLang="x-none" sz="1200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4300" y="152400"/>
            <a:ext cx="7886700" cy="546904"/>
          </a:xfrm>
          <a:prstGeom prst="rect">
            <a:avLst/>
          </a:prstGeom>
        </p:spPr>
        <p:txBody>
          <a:bodyPr anchor="ctr"/>
          <a:lstStyle>
            <a:lvl1pPr>
              <a:defRPr kumimoji="1" lang="x-none" sz="2600" b="0" i="0" kern="0" dirty="0">
                <a:solidFill>
                  <a:srgbClr val="F0B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15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r"/>
            <a:r>
              <a:rPr lang="en-US" altLang="en-US" sz="1200" dirty="0"/>
              <a:t>自然语言处理      </a:t>
            </a:r>
            <a:r>
              <a:rPr lang="zh-CN" altLang="en-US" sz="1200" dirty="0"/>
              <a:t>      </a:t>
            </a:r>
            <a:fld id="{0C228D96-9922-F843-B28C-67D3289F70E3}" type="slidenum">
              <a:rPr lang="zh-CN" altLang="en-US" sz="1200" smtClean="0"/>
            </a:fld>
            <a:r>
              <a:rPr lang="zh-CN" altLang="en-US" sz="1200" dirty="0"/>
              <a:t> </a:t>
            </a:r>
            <a:r>
              <a:rPr lang="en-US" altLang="zh-CN" sz="1200" dirty="0"/>
              <a:t>/</a:t>
            </a:r>
            <a:r>
              <a:rPr lang="zh-CN" altLang="en-US" sz="1200" dirty="0"/>
              <a:t> </a:t>
            </a:r>
            <a:r>
              <a:rPr lang="en-US" altLang="zh-CN" sz="1200" dirty="0"/>
              <a:t>125</a:t>
            </a:r>
            <a:endParaRPr lang="en-US" altLang="x-none" sz="1200" dirty="0"/>
          </a:p>
        </p:txBody>
      </p:sp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课程组</a:t>
            </a:r>
            <a:endParaRPr lang="en-US" altLang="x-non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Rectangle 17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zh-CN" sz="1200" dirty="0"/>
              <a:t>1.</a:t>
            </a:r>
            <a:r>
              <a:rPr lang="en-US" altLang="en-US" sz="1200" dirty="0"/>
              <a:t> 绪论</a:t>
            </a:r>
            <a:endParaRPr lang="en-US" altLang="x-none" sz="1200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4300" y="62696"/>
            <a:ext cx="7886700" cy="546904"/>
          </a:xfrm>
          <a:prstGeom prst="rect">
            <a:avLst/>
          </a:prstGeom>
        </p:spPr>
        <p:txBody>
          <a:bodyPr anchor="b"/>
          <a:lstStyle>
            <a:lvl1pPr>
              <a:defRPr kumimoji="1" lang="x-none" sz="2600" b="0" i="0" kern="0" dirty="0">
                <a:solidFill>
                  <a:srgbClr val="F0B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4300" y="571500"/>
            <a:ext cx="7886700" cy="381000"/>
          </a:xfrm>
        </p:spPr>
        <p:txBody>
          <a:bodyPr anchor="t"/>
          <a:lstStyle>
            <a:lvl1pPr marL="0" indent="0">
              <a:buFontTx/>
              <a:buNone/>
              <a:defRPr kumimoji="1" lang="en-US" sz="1800" b="0" i="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r"/>
            <a:r>
              <a:rPr lang="en-US" altLang="en-US" sz="1200" dirty="0"/>
              <a:t>自然语言处理      </a:t>
            </a:r>
            <a:r>
              <a:rPr lang="zh-CN" altLang="en-US" sz="1200" dirty="0"/>
              <a:t>      </a:t>
            </a:r>
            <a:fld id="{0C228D96-9922-F843-B28C-67D3289F70E3}" type="slidenum">
              <a:rPr lang="zh-CN" altLang="en-US" sz="1200" smtClean="0"/>
            </a:fld>
            <a:r>
              <a:rPr lang="zh-CN" altLang="en-US" sz="1200" dirty="0"/>
              <a:t> </a:t>
            </a:r>
            <a:r>
              <a:rPr lang="en-US" altLang="zh-CN" sz="1200" dirty="0"/>
              <a:t>/</a:t>
            </a:r>
            <a:r>
              <a:rPr lang="zh-CN" altLang="en-US" sz="1200" dirty="0"/>
              <a:t> </a:t>
            </a:r>
            <a:r>
              <a:rPr lang="en-US" altLang="zh-CN" sz="1200" dirty="0"/>
              <a:t>125</a:t>
            </a:r>
            <a:endParaRPr lang="en-US" altLang="x-none" sz="1200" dirty="0"/>
          </a:p>
        </p:txBody>
      </p:sp>
      <p:sp>
        <p:nvSpPr>
          <p:cNvPr id="16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课程组</a:t>
            </a:r>
            <a:endParaRPr lang="en-US" altLang="x-non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Rectangle 17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01000" cy="4876800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1200" dirty="0"/>
              <a:t>1. 绪论</a:t>
            </a:r>
            <a:endParaRPr lang="en-US" altLang="x-none" sz="1200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4300" y="62696"/>
            <a:ext cx="7886700" cy="546904"/>
          </a:xfrm>
          <a:prstGeom prst="rect">
            <a:avLst/>
          </a:prstGeom>
        </p:spPr>
        <p:txBody>
          <a:bodyPr anchor="b"/>
          <a:lstStyle>
            <a:lvl1pPr>
              <a:defRPr kumimoji="1" lang="x-none" sz="2600" b="0" i="0" kern="0" dirty="0">
                <a:solidFill>
                  <a:srgbClr val="F0B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4300" y="571500"/>
            <a:ext cx="7886700" cy="381000"/>
          </a:xfrm>
        </p:spPr>
        <p:txBody>
          <a:bodyPr anchor="t"/>
          <a:lstStyle>
            <a:lvl1pPr marL="0" indent="0">
              <a:buFontTx/>
              <a:buNone/>
              <a:defRPr kumimoji="1" lang="en-US" sz="1800" b="0" i="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r"/>
            <a:r>
              <a:rPr lang="en-US" altLang="en-US" sz="1200" dirty="0"/>
              <a:t>自然语言处理      </a:t>
            </a:r>
            <a:r>
              <a:rPr lang="zh-CN" altLang="en-US" sz="1200" dirty="0"/>
              <a:t>      </a:t>
            </a:r>
            <a:fld id="{0C228D96-9922-F843-B28C-67D3289F70E3}" type="slidenum">
              <a:rPr lang="zh-CN" altLang="en-US" sz="1200" smtClean="0"/>
            </a:fld>
            <a:r>
              <a:rPr lang="zh-CN" altLang="en-US" sz="1200" dirty="0"/>
              <a:t> </a:t>
            </a:r>
            <a:r>
              <a:rPr lang="en-US" altLang="zh-CN" sz="1200" dirty="0"/>
              <a:t>/</a:t>
            </a:r>
            <a:r>
              <a:rPr lang="zh-CN" altLang="en-US" sz="1200" dirty="0"/>
              <a:t> </a:t>
            </a:r>
            <a:r>
              <a:rPr lang="en-US" altLang="zh-CN" sz="1200" dirty="0"/>
              <a:t>125</a:t>
            </a:r>
            <a:endParaRPr lang="en-US" altLang="x-none" sz="1200" dirty="0"/>
          </a:p>
        </p:txBody>
      </p:sp>
      <p:sp>
        <p:nvSpPr>
          <p:cNvPr id="16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课程组</a:t>
            </a:r>
            <a:endParaRPr lang="en-US" altLang="x-non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034706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E3722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00200" y="846881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601444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3D7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20056"/>
            <a:ext cx="7772400" cy="522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lvl="0"/>
            <a:r>
              <a:rPr lang="en-US" altLang="ja-JP" dirty="0"/>
              <a:t>Text</a:t>
            </a:r>
            <a:r>
              <a:rPr lang="zh-CN" altLang="en-US" dirty="0"/>
              <a:t> 中文文本</a:t>
            </a:r>
            <a:endParaRPr lang="en-US" altLang="ja-JP" dirty="0"/>
          </a:p>
          <a:p>
            <a:pPr lvl="1"/>
            <a:r>
              <a:rPr lang="en-US" altLang="ja-JP" dirty="0"/>
              <a:t>Text</a:t>
            </a:r>
            <a:r>
              <a:rPr lang="zh-CN" altLang="en-US" dirty="0"/>
              <a:t> 中文</a:t>
            </a:r>
            <a:endParaRPr lang="en-US" altLang="ja-JP" dirty="0"/>
          </a:p>
          <a:p>
            <a:pPr lvl="2"/>
            <a:r>
              <a:rPr lang="en-US" altLang="ja-JP" dirty="0"/>
              <a:t>Text</a:t>
            </a:r>
            <a:r>
              <a:rPr lang="zh-CN" altLang="en-US" dirty="0"/>
              <a:t> 中文</a:t>
            </a:r>
            <a:endParaRPr lang="en-US" altLang="ja-JP" dirty="0"/>
          </a:p>
          <a:p>
            <a:pPr lvl="3"/>
            <a:r>
              <a:rPr lang="en-US" altLang="ja-JP" dirty="0"/>
              <a:t>Text</a:t>
            </a:r>
            <a:r>
              <a:rPr lang="zh-CN" altLang="en-US" dirty="0"/>
              <a:t> 中文</a:t>
            </a:r>
            <a:endParaRPr lang="en-US" altLang="ja-JP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6629400"/>
            <a:ext cx="9144000" cy="227013"/>
          </a:xfrm>
          <a:prstGeom prst="rect">
            <a:avLst/>
          </a:prstGeom>
          <a:solidFill>
            <a:srgbClr val="0073C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3048000" y="6630987"/>
            <a:ext cx="3048000" cy="227013"/>
          </a:xfrm>
          <a:prstGeom prst="rect">
            <a:avLst/>
          </a:prstGeom>
          <a:solidFill>
            <a:srgbClr val="E3722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x-none" sz="2400" b="0" i="0" u="none" strike="noStrike" cap="none" normalizeH="0" baseline="0" dirty="0">
              <a:ln>
                <a:solidFill>
                  <a:srgbClr val="0073CF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 userDrawn="1"/>
        </p:nvSpPr>
        <p:spPr bwMode="auto">
          <a:xfrm>
            <a:off x="0" y="6630987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2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x-none" dirty="0">
                <a:latin typeface="Arial Regular" panose="020B0604020202020204" charset="0"/>
                <a:cs typeface="Arial Regular" panose="020B0604020202020204" charset="0"/>
              </a:rPr>
              <a:t>SJTU NLP </a:t>
            </a:r>
            <a:r>
              <a:rPr lang="zh-CN" altLang="en-US" dirty="0">
                <a:latin typeface="Arial Regular" panose="020B0604020202020204" charset="0"/>
                <a:cs typeface="Arial Regular" panose="020B0604020202020204" charset="0"/>
              </a:rPr>
              <a:t>课程组</a:t>
            </a:r>
            <a:endParaRPr lang="zh-CN" altLang="en-US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 userDrawn="1"/>
        </p:nvSpPr>
        <p:spPr bwMode="auto">
          <a:xfrm>
            <a:off x="3048000" y="6629400"/>
            <a:ext cx="3048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/>
            <a:r>
              <a:rPr lang="zh-CN" altLang="en-US" sz="1200" dirty="0"/>
              <a:t>自然语言处理</a:t>
            </a:r>
            <a:endParaRPr lang="en-US" altLang="x-none" sz="1200" dirty="0"/>
          </a:p>
        </p:txBody>
      </p:sp>
      <p:sp>
        <p:nvSpPr>
          <p:cNvPr id="7" name="Rectangle 4"/>
          <p:cNvSpPr txBox="1">
            <a:spLocks noChangeArrowheads="1"/>
          </p:cNvSpPr>
          <p:nvPr userDrawn="1"/>
        </p:nvSpPr>
        <p:spPr bwMode="auto">
          <a:xfrm>
            <a:off x="6096000" y="6629400"/>
            <a:ext cx="30480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8" tIns="45714" rIns="91428" bIns="45714" numCol="1" anchor="t" anchorCtr="0" compatLnSpc="1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300" b="0" i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Narrow" panose="020B0606020202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r"/>
            <a:r>
              <a:rPr lang="zh-CN" altLang="en-US" sz="1200" dirty="0"/>
              <a:t>上海交通大学计算机系</a:t>
            </a:r>
            <a:endParaRPr lang="en-US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panose="020B0502020104020203"/>
          <a:ea typeface="+mj-ea"/>
          <a:cs typeface="Gill Sans" panose="020B0502020104020203"/>
        </a:defRPr>
      </a:lvl1pPr>
      <a:lvl2pPr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panose="020B0502020104020203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panose="020B0502020104020203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panose="020B0502020104020203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6600"/>
          </a:solidFill>
          <a:latin typeface="Gill Sans" panose="020B0502020104020203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anose="020B0604030504040204" pitchFamily="34" charset="0"/>
          <a:ea typeface="MS PGothic" panose="020B0600070205080204" pitchFamily="34" charset="-128"/>
        </a:defRPr>
      </a:lvl6pPr>
      <a:lvl7pPr marL="914400"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anose="020B0604030504040204" pitchFamily="34" charset="0"/>
          <a:ea typeface="MS PGothic" panose="020B0600070205080204" pitchFamily="34" charset="-128"/>
        </a:defRPr>
      </a:lvl7pPr>
      <a:lvl8pPr marL="1371600"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anose="020B0604030504040204" pitchFamily="34" charset="0"/>
          <a:ea typeface="MS PGothic" panose="020B0600070205080204" pitchFamily="34" charset="-128"/>
        </a:defRPr>
      </a:lvl8pPr>
      <a:lvl9pPr marL="1828800" algn="l" defTabSz="913130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FF0000"/>
          </a:solidFill>
          <a:latin typeface="Tahoma" panose="020B060403050404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913130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SzPct val="120000"/>
        <a:buFont typeface="System Font Regular"/>
        <a:buChar char="▸"/>
        <a:defRPr kumimoji="1" sz="2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Gill Sans" panose="020B0502020104020203"/>
        </a:defRPr>
      </a:lvl1pPr>
      <a:lvl2pPr marL="742950" indent="-285750" algn="l" defTabSz="913130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Font typeface="System Font Regular"/>
        <a:buChar char="▸"/>
        <a:defRPr kumimoji="1"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Gill Sans" panose="020B0502020104020203"/>
        </a:defRPr>
      </a:lvl2pPr>
      <a:lvl3pPr marL="1143000" indent="-230505" algn="l" defTabSz="913130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Font typeface="System Font Regular"/>
        <a:buChar char="▸"/>
        <a:defRPr kumimoji="1"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Gill Sans" panose="020B0502020104020203"/>
        </a:defRPr>
      </a:lvl3pPr>
      <a:lvl4pPr marL="1600200" indent="-228600" algn="l" defTabSz="913130" rtl="0" eaLnBrk="1" fontAlgn="base" hangingPunct="1">
        <a:spcBef>
          <a:spcPct val="20000"/>
        </a:spcBef>
        <a:spcAft>
          <a:spcPct val="0"/>
        </a:spcAft>
        <a:buClr>
          <a:srgbClr val="003D72"/>
        </a:buClr>
        <a:buFont typeface="System Font Regular"/>
        <a:buChar char="▸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Gill Sans" panose="020B0502020104020203"/>
        </a:defRPr>
      </a:lvl4pPr>
      <a:lvl5pPr marL="2057400" indent="-228600" algn="l" defTabSz="913130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5pPr>
      <a:lvl6pPr marL="2514600" indent="-228600" algn="l" defTabSz="913130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6pPr>
      <a:lvl7pPr marL="2971800" indent="-228600" algn="l" defTabSz="913130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7pPr>
      <a:lvl8pPr marL="3429000" indent="-228600" algn="l" defTabSz="913130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8pPr>
      <a:lvl9pPr marL="3886200" indent="-228600" algn="l" defTabSz="913130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rgbClr val="333399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大作业：语言模型高效推理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484784"/>
            <a:ext cx="8001000" cy="4611216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endParaRPr lang="en-US" altLang="zh-CN" sz="2800" b="1" dirty="0">
              <a:latin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4000" dirty="0">
                <a:sym typeface="+mn-ea"/>
              </a:rPr>
              <a:t>大作业：语言模型高效推理</a:t>
            </a:r>
            <a:endParaRPr lang="en-US" altLang="zh-CN" sz="4000" dirty="0">
              <a:sym typeface="+mn-ea"/>
            </a:endParaRPr>
          </a:p>
          <a:p>
            <a:pPr marL="0" indent="0" algn="ctr">
              <a:buNone/>
            </a:pPr>
            <a:endParaRPr lang="en-US" altLang="zh-CN" sz="1400" b="0" dirty="0"/>
          </a:p>
          <a:p>
            <a:pPr marL="0" indent="0" algn="ctr">
              <a:buNone/>
            </a:pPr>
            <a:r>
              <a:rPr lang="en-US" altLang="zh-CN" sz="1400" b="0" dirty="0"/>
              <a:t>——</a:t>
            </a:r>
            <a:r>
              <a:rPr lang="zh-CN" altLang="en-US" sz="1400" b="0" dirty="0"/>
              <a:t> 让模型在不改变参数的情况下推理更快、更省显存</a:t>
            </a:r>
            <a:endParaRPr lang="en-US" altLang="zh-CN" sz="1400" b="0" dirty="0"/>
          </a:p>
          <a:p>
            <a:pPr marL="0" indent="0" algn="ctr">
              <a:buNone/>
            </a:pP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endParaRPr lang="en-US" altLang="zh-CN" sz="1400" b="0" dirty="0"/>
          </a:p>
          <a:p>
            <a:pPr marL="0" indent="0" algn="ctr">
              <a:buNone/>
            </a:pPr>
            <a:endParaRPr lang="en-US" altLang="zh-CN" sz="1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800" b="0" dirty="0"/>
              <a:t>了解当前最前沿的推理加速技术</a:t>
            </a:r>
            <a:endParaRPr lang="zh-CN" altLang="en-US" sz="1800" b="0" dirty="0"/>
          </a:p>
          <a:p>
            <a:pPr lvl="2"/>
            <a:r>
              <a:rPr lang="zh-CN" altLang="en-US" sz="1800" b="0" dirty="0"/>
              <a:t>动手实现</a:t>
            </a:r>
            <a:endParaRPr lang="zh-CN" altLang="en-US" sz="1800" b="0" dirty="0"/>
          </a:p>
          <a:p>
            <a:pPr lvl="2"/>
            <a:r>
              <a:rPr lang="zh-CN" altLang="en-US" sz="1800" b="0" dirty="0"/>
              <a:t>以 </a:t>
            </a:r>
            <a:r>
              <a:rPr lang="en-GB" altLang="zh-CN" sz="1800" b="0" dirty="0" err="1"/>
              <a:t>NeurIPS</a:t>
            </a:r>
            <a:r>
              <a:rPr lang="en-GB" altLang="zh-CN" sz="1800" b="0" dirty="0"/>
              <a:t> </a:t>
            </a:r>
            <a:r>
              <a:rPr lang="zh-CN" altLang="en-US" sz="1800" b="0" dirty="0"/>
              <a:t>风格撰写小论文，并完成实验、对比和分析</a:t>
            </a:r>
            <a:endParaRPr lang="zh-CN" altLang="en-US" sz="1800" b="0" dirty="0"/>
          </a:p>
          <a:p>
            <a:pPr marL="0" indent="0" algn="ctr">
              <a:buNone/>
            </a:pP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en-US" sz="2800" dirty="0"/>
          </a:p>
        </p:txBody>
      </p:sp>
      <p:sp>
        <p:nvSpPr>
          <p:cNvPr id="2" name="内容占位符 4"/>
          <p:cNvSpPr txBox="1"/>
          <p:nvPr/>
        </p:nvSpPr>
        <p:spPr bwMode="auto">
          <a:xfrm>
            <a:off x="533400" y="1034755"/>
            <a:ext cx="8001000" cy="65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normAutofit fontScale="97500"/>
          </a:bodyPr>
          <a:lstStyle>
            <a:lvl1pPr marL="342900" indent="-3429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Char char="▸"/>
              <a:defRPr kumimoji="1" sz="2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  <a:lvl2pPr marL="742950" indent="-28575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2pPr>
            <a:lvl3pPr marL="1143000" indent="-230505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3pPr>
            <a:lvl4pPr marL="1600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4pPr>
            <a:lvl5pPr marL="20574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9718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4290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886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语言模型高效推理</a:t>
            </a:r>
            <a:endParaRPr lang="zh-CN" altLang="en-US" sz="21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图示 11"/>
          <p:cNvGraphicFramePr/>
          <p:nvPr/>
        </p:nvGraphicFramePr>
        <p:xfrm>
          <a:off x="3019504" y="1687545"/>
          <a:ext cx="5872976" cy="4765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10640" y="1507254"/>
            <a:ext cx="2421731" cy="4946082"/>
            <a:chOff x="979807" y="909142"/>
            <a:chExt cx="2433242" cy="5474529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/>
            <a:srcRect l="50123" b="64079"/>
            <a:stretch>
              <a:fillRect/>
            </a:stretch>
          </p:blipFill>
          <p:spPr>
            <a:xfrm>
              <a:off x="1067354" y="909142"/>
              <a:ext cx="2345695" cy="246349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6"/>
            <a:srcRect l="48261" t="51094" b="8477"/>
            <a:stretch>
              <a:fillRect/>
            </a:stretch>
          </p:blipFill>
          <p:spPr>
            <a:xfrm>
              <a:off x="979807" y="3341004"/>
              <a:ext cx="2433242" cy="277270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6"/>
            <a:srcRect l="18654" t="92661" r="55168" b="3403"/>
            <a:stretch>
              <a:fillRect/>
            </a:stretch>
          </p:blipFill>
          <p:spPr>
            <a:xfrm>
              <a:off x="1170952" y="6113705"/>
              <a:ext cx="1231106" cy="269966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6"/>
            <a:srcRect l="86983" t="45571" r="5574" b="48179"/>
            <a:stretch>
              <a:fillRect/>
            </a:stretch>
          </p:blipFill>
          <p:spPr>
            <a:xfrm>
              <a:off x="2857500" y="3427861"/>
              <a:ext cx="350044" cy="428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en-US" sz="2800" dirty="0"/>
          </a:p>
        </p:txBody>
      </p:sp>
      <p:sp>
        <p:nvSpPr>
          <p:cNvPr id="2" name="内容占位符 4"/>
          <p:cNvSpPr txBox="1"/>
          <p:nvPr/>
        </p:nvSpPr>
        <p:spPr bwMode="auto">
          <a:xfrm>
            <a:off x="533400" y="1034755"/>
            <a:ext cx="8001000" cy="65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normAutofit fontScale="97500"/>
          </a:bodyPr>
          <a:lstStyle>
            <a:lvl1pPr marL="342900" indent="-3429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Char char="▸"/>
              <a:defRPr kumimoji="1" sz="2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  <a:lvl2pPr marL="742950" indent="-28575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2pPr>
            <a:lvl3pPr marL="1143000" indent="-230505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3pPr>
            <a:lvl4pPr marL="1600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4pPr>
            <a:lvl5pPr marL="20574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9718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4290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886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语言模型高效推理</a:t>
            </a:r>
            <a:endParaRPr lang="zh-CN" altLang="en-US" sz="21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3891770" y="1816459"/>
            <a:ext cx="4969030" cy="4708885"/>
          </a:xfrm>
          <a:prstGeom prst="roundRect">
            <a:avLst>
              <a:gd name="adj" fmla="val 9871"/>
            </a:avLst>
          </a:prstGeom>
          <a:solidFill>
            <a:srgbClr val="FFFFFF"/>
          </a:solidFill>
          <a:ln w="12700" cap="flat" cmpd="sng" algn="ctr">
            <a:solidFill>
              <a:srgbClr val="1F4D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1" name="图示 80"/>
          <p:cNvGraphicFramePr/>
          <p:nvPr/>
        </p:nvGraphicFramePr>
        <p:xfrm>
          <a:off x="2987824" y="1665582"/>
          <a:ext cx="5872976" cy="4765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2" name="文本框 81"/>
          <p:cNvSpPr txBox="1"/>
          <p:nvPr/>
        </p:nvSpPr>
        <p:spPr>
          <a:xfrm>
            <a:off x="4034645" y="2752291"/>
            <a:ext cx="470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这一层面的方法对模型的加速，集中在对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attention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机制本身所涉及的各个要素（如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Q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K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V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 err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softmax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计算方式等）的改进。</a:t>
            </a:r>
            <a:endParaRPr kumimoji="0" lang="zh-CN" altLang="en-US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404333" y="4084001"/>
            <a:ext cx="4151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Multi-Query Attention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Group-Query Attention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Multi-head Latent Attention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 err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Palu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Performers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0640" y="1507254"/>
            <a:ext cx="2421731" cy="4946082"/>
            <a:chOff x="979807" y="909142"/>
            <a:chExt cx="2433242" cy="5474529"/>
          </a:xfrm>
        </p:grpSpPr>
        <p:pic>
          <p:nvPicPr>
            <p:cNvPr id="85" name="图片 84"/>
            <p:cNvPicPr>
              <a:picLocks noChangeAspect="1"/>
            </p:cNvPicPr>
            <p:nvPr/>
          </p:nvPicPr>
          <p:blipFill rotWithShape="1">
            <a:blip r:embed="rId6"/>
            <a:srcRect l="50123" b="64079"/>
            <a:stretch>
              <a:fillRect/>
            </a:stretch>
          </p:blipFill>
          <p:spPr>
            <a:xfrm>
              <a:off x="1067354" y="909142"/>
              <a:ext cx="2345695" cy="2463490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 rotWithShape="1">
            <a:blip r:embed="rId6"/>
            <a:srcRect l="48261" t="51094" b="8477"/>
            <a:stretch>
              <a:fillRect/>
            </a:stretch>
          </p:blipFill>
          <p:spPr>
            <a:xfrm>
              <a:off x="979807" y="3341004"/>
              <a:ext cx="2433242" cy="2772701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 rotWithShape="1">
            <a:blip r:embed="rId6"/>
            <a:srcRect l="18654" t="92661" r="55168" b="3403"/>
            <a:stretch>
              <a:fillRect/>
            </a:stretch>
          </p:blipFill>
          <p:spPr>
            <a:xfrm>
              <a:off x="1170952" y="6113705"/>
              <a:ext cx="1231106" cy="269966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 rotWithShape="1">
            <a:blip r:embed="rId6"/>
            <a:srcRect l="86983" t="45571" r="5574" b="48179"/>
            <a:stretch>
              <a:fillRect/>
            </a:stretch>
          </p:blipFill>
          <p:spPr>
            <a:xfrm>
              <a:off x="2857500" y="3427861"/>
              <a:ext cx="350044" cy="428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en-US" sz="2800" dirty="0"/>
          </a:p>
        </p:txBody>
      </p:sp>
      <p:sp>
        <p:nvSpPr>
          <p:cNvPr id="2" name="内容占位符 4"/>
          <p:cNvSpPr txBox="1"/>
          <p:nvPr/>
        </p:nvSpPr>
        <p:spPr bwMode="auto">
          <a:xfrm>
            <a:off x="533400" y="1034755"/>
            <a:ext cx="8001000" cy="65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normAutofit fontScale="97500"/>
          </a:bodyPr>
          <a:lstStyle>
            <a:lvl1pPr marL="342900" indent="-3429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Char char="▸"/>
              <a:defRPr kumimoji="1" sz="2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  <a:lvl2pPr marL="742950" indent="-28575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2pPr>
            <a:lvl3pPr marL="1143000" indent="-230505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3pPr>
            <a:lvl4pPr marL="1600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4pPr>
            <a:lvl5pPr marL="20574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9718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4290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886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语言模型高效推理</a:t>
            </a:r>
            <a:endParaRPr lang="zh-CN" altLang="en-US" sz="21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0640" y="1507254"/>
            <a:ext cx="2421731" cy="4946082"/>
            <a:chOff x="979807" y="909142"/>
            <a:chExt cx="2433242" cy="5474529"/>
          </a:xfrm>
        </p:grpSpPr>
        <p:pic>
          <p:nvPicPr>
            <p:cNvPr id="85" name="图片 84"/>
            <p:cNvPicPr>
              <a:picLocks noChangeAspect="1"/>
            </p:cNvPicPr>
            <p:nvPr/>
          </p:nvPicPr>
          <p:blipFill rotWithShape="1">
            <a:blip r:embed="rId1"/>
            <a:srcRect l="50123" b="64079"/>
            <a:stretch>
              <a:fillRect/>
            </a:stretch>
          </p:blipFill>
          <p:spPr>
            <a:xfrm>
              <a:off x="1067354" y="909142"/>
              <a:ext cx="2345695" cy="2463490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 rotWithShape="1">
            <a:blip r:embed="rId1"/>
            <a:srcRect l="48261" t="51094" b="8477"/>
            <a:stretch>
              <a:fillRect/>
            </a:stretch>
          </p:blipFill>
          <p:spPr>
            <a:xfrm>
              <a:off x="979807" y="3341004"/>
              <a:ext cx="2433242" cy="2772701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 rotWithShape="1">
            <a:blip r:embed="rId1"/>
            <a:srcRect l="18654" t="92661" r="55168" b="3403"/>
            <a:stretch>
              <a:fillRect/>
            </a:stretch>
          </p:blipFill>
          <p:spPr>
            <a:xfrm>
              <a:off x="1170952" y="6113705"/>
              <a:ext cx="1231106" cy="269966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 rotWithShape="1">
            <a:blip r:embed="rId1"/>
            <a:srcRect l="86983" t="45571" r="5574" b="48179"/>
            <a:stretch>
              <a:fillRect/>
            </a:stretch>
          </p:blipFill>
          <p:spPr>
            <a:xfrm>
              <a:off x="2857500" y="3427861"/>
              <a:ext cx="350044" cy="428625"/>
            </a:xfrm>
            <a:prstGeom prst="rect">
              <a:avLst/>
            </a:prstGeom>
          </p:spPr>
        </p:pic>
      </p:grpSp>
      <p:sp>
        <p:nvSpPr>
          <p:cNvPr id="8" name="矩形: 圆角 7"/>
          <p:cNvSpPr/>
          <p:nvPr/>
        </p:nvSpPr>
        <p:spPr>
          <a:xfrm>
            <a:off x="3891770" y="1816459"/>
            <a:ext cx="4969030" cy="4708885"/>
          </a:xfrm>
          <a:prstGeom prst="roundRect">
            <a:avLst>
              <a:gd name="adj" fmla="val 9871"/>
            </a:avLst>
          </a:prstGeom>
          <a:solidFill>
            <a:srgbClr val="FFFFFF"/>
          </a:solidFill>
          <a:ln w="12700" cap="flat" cmpd="sng" algn="ctr">
            <a:solidFill>
              <a:srgbClr val="20A45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9" name="图示 8"/>
          <p:cNvGraphicFramePr/>
          <p:nvPr/>
        </p:nvGraphicFramePr>
        <p:xfrm>
          <a:off x="2987824" y="486855"/>
          <a:ext cx="5872976" cy="4765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034645" y="2752291"/>
            <a:ext cx="470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这一大类方法，主要在对每一层的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KV Cache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序列维度的长度进行压缩。</a:t>
            </a:r>
            <a:endParaRPr kumimoji="0" lang="zh-CN" altLang="en-US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90012" y="3741101"/>
            <a:ext cx="44564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Streaming LLM</a:t>
            </a:r>
            <a:r>
              <a:rPr kumimoji="0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、</a:t>
            </a: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LM-Infinite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 err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InfLLM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H2O</a:t>
            </a:r>
            <a:r>
              <a:rPr kumimoji="0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、</a:t>
            </a: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Scissorhands</a:t>
            </a:r>
            <a:r>
              <a:rPr kumimoji="0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、</a:t>
            </a: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TOVA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 err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TreeKV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 err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SnapKV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 err="1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PyramidKV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en-US" sz="2800" dirty="0"/>
          </a:p>
        </p:txBody>
      </p:sp>
      <p:sp>
        <p:nvSpPr>
          <p:cNvPr id="2" name="内容占位符 4"/>
          <p:cNvSpPr txBox="1"/>
          <p:nvPr/>
        </p:nvSpPr>
        <p:spPr bwMode="auto">
          <a:xfrm>
            <a:off x="533400" y="1034755"/>
            <a:ext cx="8001000" cy="65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normAutofit fontScale="97500"/>
          </a:bodyPr>
          <a:lstStyle>
            <a:lvl1pPr marL="342900" indent="-3429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Char char="▸"/>
              <a:defRPr kumimoji="1" sz="2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  <a:lvl2pPr marL="742950" indent="-28575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2pPr>
            <a:lvl3pPr marL="1143000" indent="-230505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3pPr>
            <a:lvl4pPr marL="1600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4pPr>
            <a:lvl5pPr marL="20574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9718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4290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886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语言模型高效推理</a:t>
            </a:r>
            <a:endParaRPr lang="zh-CN" altLang="en-US" sz="21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0640" y="1507254"/>
            <a:ext cx="2421731" cy="4946082"/>
            <a:chOff x="979807" y="909142"/>
            <a:chExt cx="2433242" cy="5474529"/>
          </a:xfrm>
        </p:grpSpPr>
        <p:pic>
          <p:nvPicPr>
            <p:cNvPr id="85" name="图片 84"/>
            <p:cNvPicPr>
              <a:picLocks noChangeAspect="1"/>
            </p:cNvPicPr>
            <p:nvPr/>
          </p:nvPicPr>
          <p:blipFill rotWithShape="1">
            <a:blip r:embed="rId1"/>
            <a:srcRect l="50123" b="64079"/>
            <a:stretch>
              <a:fillRect/>
            </a:stretch>
          </p:blipFill>
          <p:spPr>
            <a:xfrm>
              <a:off x="1067354" y="909142"/>
              <a:ext cx="2345695" cy="2463490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 rotWithShape="1">
            <a:blip r:embed="rId1"/>
            <a:srcRect l="48261" t="51094" b="8477"/>
            <a:stretch>
              <a:fillRect/>
            </a:stretch>
          </p:blipFill>
          <p:spPr>
            <a:xfrm>
              <a:off x="979807" y="3341004"/>
              <a:ext cx="2433242" cy="2772701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 rotWithShape="1">
            <a:blip r:embed="rId1"/>
            <a:srcRect l="18654" t="92661" r="55168" b="3403"/>
            <a:stretch>
              <a:fillRect/>
            </a:stretch>
          </p:blipFill>
          <p:spPr>
            <a:xfrm>
              <a:off x="1170952" y="6113705"/>
              <a:ext cx="1231106" cy="269966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 rotWithShape="1">
            <a:blip r:embed="rId1"/>
            <a:srcRect l="86983" t="45571" r="5574" b="48179"/>
            <a:stretch>
              <a:fillRect/>
            </a:stretch>
          </p:blipFill>
          <p:spPr>
            <a:xfrm>
              <a:off x="2857500" y="3427861"/>
              <a:ext cx="350044" cy="428625"/>
            </a:xfrm>
            <a:prstGeom prst="rect">
              <a:avLst/>
            </a:prstGeom>
          </p:spPr>
        </p:pic>
      </p:grpSp>
      <p:sp>
        <p:nvSpPr>
          <p:cNvPr id="8" name="矩形: 圆角 7"/>
          <p:cNvSpPr/>
          <p:nvPr/>
        </p:nvSpPr>
        <p:spPr>
          <a:xfrm>
            <a:off x="3891770" y="1816459"/>
            <a:ext cx="4969030" cy="4708885"/>
          </a:xfrm>
          <a:prstGeom prst="roundRect">
            <a:avLst>
              <a:gd name="adj" fmla="val 9871"/>
            </a:avLst>
          </a:prstGeom>
          <a:solidFill>
            <a:srgbClr val="FFFFFF"/>
          </a:solidFill>
          <a:ln w="12700" cap="flat" cmpd="sng" algn="ctr">
            <a:solidFill>
              <a:srgbClr val="85D4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34645" y="2752291"/>
            <a:ext cx="470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这一层面的方法，主要通过在不同层复用同一套 </a:t>
            </a:r>
            <a:r>
              <a:rPr kumimoji="0" lang="en-US" altLang="zh-CN" sz="1800" u="sng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K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V Cache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，来降低显存开销</a:t>
            </a:r>
            <a:endParaRPr kumimoji="0" lang="zh-CN" altLang="en-US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90012" y="3948274"/>
            <a:ext cx="44737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Layer-Condensed KV 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Cross-Layer Attention 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You Only Cache Once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Context Expansion with Parallel Encoding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2987824" y="-641862"/>
          <a:ext cx="5872976" cy="4765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en-US" sz="2800" dirty="0"/>
          </a:p>
        </p:txBody>
      </p:sp>
      <p:sp>
        <p:nvSpPr>
          <p:cNvPr id="2" name="内容占位符 4"/>
          <p:cNvSpPr txBox="1"/>
          <p:nvPr/>
        </p:nvSpPr>
        <p:spPr bwMode="auto">
          <a:xfrm>
            <a:off x="533400" y="1034755"/>
            <a:ext cx="8001000" cy="658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normAutofit fontScale="97500"/>
          </a:bodyPr>
          <a:lstStyle>
            <a:lvl1pPr marL="342900" indent="-3429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SzPct val="120000"/>
              <a:buFont typeface="System Font Regular"/>
              <a:buChar char="▸"/>
              <a:defRPr kumimoji="1" sz="2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1pPr>
            <a:lvl2pPr marL="742950" indent="-28575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2pPr>
            <a:lvl3pPr marL="1143000" indent="-230505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3pPr>
            <a:lvl4pPr marL="1600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D72"/>
              </a:buClr>
              <a:buFont typeface="System Font Regular"/>
              <a:buChar char="▸"/>
              <a:defRPr kumimoji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ill Sans" panose="020B0502020104020203"/>
              </a:defRPr>
            </a:lvl4pPr>
            <a:lvl5pPr marL="20574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6pPr>
            <a:lvl7pPr marL="29718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7pPr>
            <a:lvl8pPr marL="34290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8pPr>
            <a:lvl9pPr marL="3886200" indent="-228600" algn="l" defTabSz="913130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rgbClr val="333399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语言模型高效推理</a:t>
            </a:r>
            <a:endParaRPr lang="zh-CN" altLang="en-US" sz="21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510640" y="1507254"/>
            <a:ext cx="2421731" cy="4946082"/>
            <a:chOff x="979807" y="909142"/>
            <a:chExt cx="2433242" cy="5474529"/>
          </a:xfrm>
        </p:grpSpPr>
        <p:pic>
          <p:nvPicPr>
            <p:cNvPr id="85" name="图片 84"/>
            <p:cNvPicPr>
              <a:picLocks noChangeAspect="1"/>
            </p:cNvPicPr>
            <p:nvPr/>
          </p:nvPicPr>
          <p:blipFill rotWithShape="1">
            <a:blip r:embed="rId1"/>
            <a:srcRect l="50123" b="64079"/>
            <a:stretch>
              <a:fillRect/>
            </a:stretch>
          </p:blipFill>
          <p:spPr>
            <a:xfrm>
              <a:off x="1067354" y="909142"/>
              <a:ext cx="2345695" cy="2463490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 rotWithShape="1">
            <a:blip r:embed="rId1"/>
            <a:srcRect l="48261" t="51094" b="8477"/>
            <a:stretch>
              <a:fillRect/>
            </a:stretch>
          </p:blipFill>
          <p:spPr>
            <a:xfrm>
              <a:off x="979807" y="3341004"/>
              <a:ext cx="2433242" cy="2772701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 rotWithShape="1">
            <a:blip r:embed="rId1"/>
            <a:srcRect l="18654" t="92661" r="55168" b="3403"/>
            <a:stretch>
              <a:fillRect/>
            </a:stretch>
          </p:blipFill>
          <p:spPr>
            <a:xfrm>
              <a:off x="1170952" y="6113705"/>
              <a:ext cx="1231106" cy="269966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 rotWithShape="1">
            <a:blip r:embed="rId1"/>
            <a:srcRect l="86983" t="45571" r="5574" b="48179"/>
            <a:stretch>
              <a:fillRect/>
            </a:stretch>
          </p:blipFill>
          <p:spPr>
            <a:xfrm>
              <a:off x="2857500" y="3427861"/>
              <a:ext cx="350044" cy="428625"/>
            </a:xfrm>
            <a:prstGeom prst="rect">
              <a:avLst/>
            </a:prstGeom>
          </p:spPr>
        </p:pic>
      </p:grpSp>
      <p:sp>
        <p:nvSpPr>
          <p:cNvPr id="8" name="矩形: 圆角 7"/>
          <p:cNvSpPr/>
          <p:nvPr/>
        </p:nvSpPr>
        <p:spPr>
          <a:xfrm>
            <a:off x="3891770" y="1816459"/>
            <a:ext cx="4969030" cy="4708885"/>
          </a:xfrm>
          <a:prstGeom prst="roundRect">
            <a:avLst>
              <a:gd name="adj" fmla="val 9871"/>
            </a:avLst>
          </a:prstGeom>
          <a:solidFill>
            <a:srgbClr val="FFFFFF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34645" y="2752291"/>
            <a:ext cx="470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这一层面的方法并不改变模型本身，而是从模型所运行的计算环境的特点出发寻求解决方案</a:t>
            </a:r>
            <a:endParaRPr kumimoji="0" lang="zh-CN" altLang="en-US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90012" y="3741101"/>
            <a:ext cx="44564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Flash Attention</a:t>
            </a:r>
            <a:r>
              <a:rPr kumimoji="0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系列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Flash Decoding</a:t>
            </a:r>
            <a:r>
              <a:rPr kumimoji="0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系列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Speculative Decoding</a:t>
            </a: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zh-CN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2987824" y="-1813446"/>
          <a:ext cx="5872976" cy="4765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100" dirty="0"/>
              <a:t>参考加速方法（包含但不限于）</a:t>
            </a:r>
            <a:endParaRPr lang="zh-CN" altLang="en-US" sz="2100" dirty="0"/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快速上手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844824"/>
            <a:ext cx="8534400" cy="23879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15616" y="4259621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Dense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87824" y="4259621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StreamingLLM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32040" y="4259621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SnapKV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06208" y="4259621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PyramidKV</a:t>
            </a:r>
            <a:endParaRPr lang="zh-C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5085080"/>
            <a:ext cx="4387850" cy="1168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https://github.com/NVIDIA/kvpress</a:t>
            </a:r>
            <a:endParaRPr kumimoji="0" lang="en-US" altLang="zh-CN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包含多种</a:t>
            </a:r>
            <a:r>
              <a:rPr kumimoji="0" lang="en-US" altLang="zh-CN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KV</a:t>
            </a:r>
            <a:r>
              <a:rPr kumimoji="0" lang="zh-CN" altLang="en-US" sz="180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压缩算法和评估指标</a:t>
            </a:r>
            <a:endParaRPr kumimoji="0" lang="zh-CN" altLang="en-US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zh-CN" altLang="en-US" sz="1800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912495" lvl="2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算法实现：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/>
              <a:t>在</a:t>
            </a:r>
            <a:r>
              <a:rPr lang="en-US" altLang="zh-CN" sz="1800" dirty="0"/>
              <a:t>KVPress</a:t>
            </a:r>
            <a:r>
              <a:rPr lang="zh-CN" altLang="en-US" sz="1800" dirty="0"/>
              <a:t>或者其他加速优化方法中选择并复现</a:t>
            </a:r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r>
              <a:rPr lang="en-US" altLang="zh-CN" sz="2100" dirty="0"/>
              <a:t>Baseline</a:t>
            </a:r>
            <a:r>
              <a:rPr lang="zh-CN" altLang="en-US" sz="2100" dirty="0"/>
              <a:t>设置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highlight>
                  <a:srgbClr val="FFFF00"/>
                </a:highlight>
              </a:rPr>
              <a:t>所有实验</a:t>
            </a:r>
            <a:r>
              <a:rPr lang="zh-CN" altLang="en-US" sz="1800" dirty="0"/>
              <a:t>都应该在</a:t>
            </a:r>
            <a:r>
              <a:rPr lang="en-US" altLang="zh-CN" sz="1800" dirty="0">
                <a:highlight>
                  <a:srgbClr val="FFFF00"/>
                </a:highlight>
              </a:rPr>
              <a:t>Pythia-70M</a:t>
            </a:r>
            <a:r>
              <a:rPr lang="zh-CN" altLang="en-US" sz="1800" dirty="0">
                <a:highlight>
                  <a:srgbClr val="FFFF00"/>
                </a:highlight>
              </a:rPr>
              <a:t>模型</a:t>
            </a:r>
            <a:r>
              <a:rPr lang="zh-CN" altLang="en-US" sz="1800" dirty="0"/>
              <a:t>上用</a:t>
            </a:r>
            <a:r>
              <a:rPr lang="zh-CN" altLang="en-US" sz="1800" dirty="0">
                <a:highlight>
                  <a:srgbClr val="FFFF00"/>
                </a:highlight>
              </a:rPr>
              <a:t>无训练方法</a:t>
            </a:r>
            <a:r>
              <a:rPr lang="zh-CN" altLang="en-US" sz="1800" dirty="0"/>
              <a:t>进行优化</a:t>
            </a:r>
            <a:endParaRPr lang="en-US" altLang="zh-CN" sz="1800" dirty="0"/>
          </a:p>
          <a:p>
            <a:pPr lvl="1"/>
            <a:r>
              <a:rPr lang="zh-CN" altLang="en-US" sz="1800" dirty="0"/>
              <a:t>在</a:t>
            </a:r>
            <a:r>
              <a:rPr lang="en-US" altLang="zh-CN" sz="1800" dirty="0"/>
              <a:t>pg-19, </a:t>
            </a:r>
            <a:r>
              <a:rPr lang="en-US" altLang="zh-CN" sz="1800" dirty="0" err="1"/>
              <a:t>wikitext</a:t>
            </a:r>
            <a:r>
              <a:rPr lang="zh-CN" altLang="en-US" sz="1800" dirty="0"/>
              <a:t>等数据集上进行</a:t>
            </a:r>
            <a:r>
              <a:rPr lang="en-US" altLang="zh-CN" sz="1800" dirty="0"/>
              <a:t>ppl</a:t>
            </a:r>
            <a:r>
              <a:rPr lang="zh-CN" altLang="en-US" sz="1800" dirty="0"/>
              <a:t>测试和加速测试</a:t>
            </a:r>
            <a:endParaRPr lang="en-US" altLang="zh-CN" sz="1800" dirty="0"/>
          </a:p>
          <a:p>
            <a:pPr marL="912495" lvl="2" indent="0">
              <a:buNone/>
            </a:pPr>
            <a:r>
              <a:rPr lang="zh-CN" altLang="en-US" sz="1500" dirty="0"/>
              <a:t>注：</a:t>
            </a:r>
            <a:r>
              <a:rPr lang="en-US" altLang="zh-CN" sz="1500" dirty="0"/>
              <a:t>pg-19</a:t>
            </a:r>
            <a:r>
              <a:rPr lang="zh-CN" altLang="en-US" sz="1500" dirty="0"/>
              <a:t>为超长文本数据集，可取单一</a:t>
            </a:r>
            <a:r>
              <a:rPr lang="en-US" altLang="zh-CN" sz="1500" dirty="0"/>
              <a:t>sample</a:t>
            </a:r>
            <a:r>
              <a:rPr lang="zh-CN" altLang="en-US" sz="1500" dirty="0"/>
              <a:t>进行测试即可</a:t>
            </a:r>
            <a:endParaRPr lang="en-US" altLang="zh-CN" sz="1500" dirty="0"/>
          </a:p>
          <a:p>
            <a:pPr marL="912495" lvl="2" indent="0">
              <a:buNone/>
            </a:pPr>
            <a:endParaRPr lang="en-US" altLang="zh-CN" sz="1500" dirty="0"/>
          </a:p>
          <a:p>
            <a:pPr lvl="0"/>
            <a:r>
              <a:rPr lang="zh-CN" altLang="en-US" sz="2000" dirty="0">
                <a:sym typeface="+mn-ea"/>
              </a:rPr>
              <a:t>创建个人独立的公开</a:t>
            </a:r>
            <a:r>
              <a:rPr lang="en-US" altLang="zh-CN" sz="2000" dirty="0" err="1">
                <a:sym typeface="+mn-ea"/>
              </a:rPr>
              <a:t>Github</a:t>
            </a:r>
            <a:r>
              <a:rPr lang="zh-CN" altLang="en-US" sz="2000" dirty="0">
                <a:sym typeface="+mn-ea"/>
              </a:rPr>
              <a:t>仓库：</a:t>
            </a:r>
            <a:endParaRPr lang="zh-CN" altLang="en-US" sz="2000" dirty="0">
              <a:sym typeface="+mn-ea"/>
            </a:endParaRPr>
          </a:p>
          <a:p>
            <a:pPr lvl="1"/>
            <a:r>
              <a:rPr lang="zh-CN" altLang="en-US" sz="2000" dirty="0">
                <a:sym typeface="+mn-ea"/>
              </a:rPr>
              <a:t>包含你实现的全部代码和</a:t>
            </a:r>
            <a:r>
              <a:rPr lang="en-US" altLang="zh-CN" sz="2000" dirty="0">
                <a:sym typeface="+mn-ea"/>
              </a:rPr>
              <a:t>README</a:t>
            </a:r>
            <a:endParaRPr lang="en-US" altLang="zh-CN" sz="2000" dirty="0">
              <a:sym typeface="+mn-ea"/>
            </a:endParaRPr>
          </a:p>
          <a:p>
            <a:pPr marL="912495" lvl="2" indent="0">
              <a:buNone/>
            </a:pPr>
            <a:r>
              <a:rPr lang="zh-CN" altLang="en-US" sz="1665" dirty="0">
                <a:sym typeface="+mn-ea"/>
              </a:rPr>
              <a:t>建议使用</a:t>
            </a:r>
            <a:r>
              <a:rPr lang="en-US" altLang="zh-CN" sz="1665" dirty="0">
                <a:sym typeface="+mn-ea"/>
              </a:rPr>
              <a:t>git</a:t>
            </a:r>
            <a:r>
              <a:rPr lang="zh-CN" altLang="en-US" sz="1665" dirty="0">
                <a:sym typeface="+mn-ea"/>
              </a:rPr>
              <a:t>的相关功能进行代码历史跟踪</a:t>
            </a:r>
            <a:endParaRPr lang="zh-CN" altLang="en-US" sz="1800" dirty="0"/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/>
              <a:t>README</a:t>
            </a:r>
            <a:r>
              <a:rPr lang="zh-CN" altLang="en-US" sz="2000" dirty="0"/>
              <a:t>至少需要包含：</a:t>
            </a:r>
            <a:endParaRPr lang="zh-CN" altLang="en-US" sz="2000" dirty="0"/>
          </a:p>
          <a:p>
            <a:pPr lvl="1"/>
            <a:r>
              <a:rPr lang="zh-CN" altLang="en-US" sz="1800" dirty="0"/>
              <a:t>如何运行你的代码</a:t>
            </a:r>
            <a:endParaRPr lang="zh-CN" altLang="en-US" sz="1800" dirty="0"/>
          </a:p>
          <a:p>
            <a:pPr lvl="1"/>
            <a:r>
              <a:rPr lang="zh-CN" altLang="en-US" sz="1800" dirty="0"/>
              <a:t>一个简短报告展示加速</a:t>
            </a:r>
            <a:r>
              <a:rPr lang="en-US" altLang="zh-CN" sz="1800" dirty="0"/>
              <a:t>/</a:t>
            </a:r>
            <a:r>
              <a:rPr lang="zh-CN" altLang="en-US" sz="1800" dirty="0"/>
              <a:t>优化效果</a:t>
            </a:r>
            <a:endParaRPr lang="zh-CN" altLang="en-US" sz="1800" dirty="0"/>
          </a:p>
          <a:p>
            <a:pPr lvl="1"/>
            <a:endParaRPr lang="en-US" altLang="zh-CN" sz="1800" dirty="0"/>
          </a:p>
          <a:p>
            <a:r>
              <a:rPr lang="zh-CN" altLang="en-US" sz="2000" dirty="0"/>
              <a:t>评分标准：</a:t>
            </a:r>
            <a:endParaRPr lang="zh-CN" altLang="en-US" sz="2000" dirty="0"/>
          </a:p>
          <a:p>
            <a:pPr lvl="1"/>
            <a:r>
              <a:rPr lang="zh-CN" altLang="en-US" sz="1800" dirty="0"/>
              <a:t>根据所实现算法和提交的仓库可复现性进行评分</a:t>
            </a:r>
            <a:endParaRPr lang="en-US" altLang="zh-CN" sz="1800" dirty="0"/>
          </a:p>
          <a:p>
            <a:pPr marL="0" lvl="0" indent="0">
              <a:buNone/>
            </a:pP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大作业：语言模型高效推理（个人部分）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696" y="5942647"/>
            <a:ext cx="374332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/>
              <a:t>https://</a:t>
            </a:r>
            <a:r>
              <a:rPr lang="en-US" altLang="zh-CN" sz="1400" dirty="0" err="1"/>
              <a:t>huggingface.co</a:t>
            </a:r>
            <a:r>
              <a:rPr lang="en-US" altLang="zh-CN" sz="1400" dirty="0"/>
              <a:t>/</a:t>
            </a:r>
            <a:r>
              <a:rPr lang="en-US" altLang="zh-CN" sz="1400" dirty="0" err="1"/>
              <a:t>EleutherAI</a:t>
            </a:r>
            <a:r>
              <a:rPr lang="en-US" altLang="zh-CN" sz="1400" dirty="0"/>
              <a:t>/pythia-70m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算法实现：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sz="1800" dirty="0"/>
              <a:t>综合</a:t>
            </a:r>
            <a:r>
              <a:rPr lang="zh-CN" altLang="en-US" sz="1800" dirty="0"/>
              <a:t>实现集成一系列加速方法</a:t>
            </a:r>
            <a:endParaRPr lang="zh-CN" altLang="en-US" sz="1800" dirty="0"/>
          </a:p>
          <a:p>
            <a:pPr lvl="1"/>
            <a:r>
              <a:rPr lang="zh-CN" altLang="en-US" sz="1800" dirty="0"/>
              <a:t>报告加速</a:t>
            </a:r>
            <a:r>
              <a:rPr lang="en-US" altLang="zh-CN" sz="1800" dirty="0"/>
              <a:t>/</a:t>
            </a:r>
            <a:r>
              <a:rPr lang="zh-CN" altLang="en-US" sz="1800" dirty="0"/>
              <a:t>优化的效果和性能提升</a:t>
            </a:r>
            <a:endParaRPr lang="en-US" altLang="zh-CN" sz="1800" dirty="0"/>
          </a:p>
          <a:p>
            <a:pPr lvl="1"/>
            <a:endParaRPr lang="en-US" altLang="zh-CN" sz="2100" dirty="0"/>
          </a:p>
          <a:p>
            <a:r>
              <a:rPr lang="en-US" altLang="zh-CN" sz="2100" dirty="0"/>
              <a:t>Baseline</a:t>
            </a:r>
            <a:r>
              <a:rPr lang="zh-CN" altLang="en-US" sz="2100" dirty="0"/>
              <a:t>设置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highlight>
                  <a:srgbClr val="FFFF00"/>
                </a:highlight>
              </a:rPr>
              <a:t>所有实验</a:t>
            </a:r>
            <a:r>
              <a:rPr lang="zh-CN" altLang="en-US" sz="1800" dirty="0"/>
              <a:t>都应该在</a:t>
            </a:r>
            <a:r>
              <a:rPr lang="en-US" altLang="zh-CN" sz="1800" dirty="0">
                <a:highlight>
                  <a:srgbClr val="FFFF00"/>
                </a:highlight>
              </a:rPr>
              <a:t>Pythia-70M</a:t>
            </a:r>
            <a:r>
              <a:rPr lang="zh-CN" altLang="en-US" sz="1800" dirty="0">
                <a:highlight>
                  <a:srgbClr val="FFFF00"/>
                </a:highlight>
              </a:rPr>
              <a:t>模型</a:t>
            </a:r>
            <a:r>
              <a:rPr lang="zh-CN" altLang="en-US" sz="1800" dirty="0"/>
              <a:t>上用</a:t>
            </a:r>
            <a:r>
              <a:rPr lang="zh-CN" altLang="en-US" sz="1800" dirty="0">
                <a:highlight>
                  <a:srgbClr val="FFFF00"/>
                </a:highlight>
              </a:rPr>
              <a:t>无训练方法</a:t>
            </a:r>
            <a:r>
              <a:rPr lang="zh-CN" altLang="en-US" sz="1800" dirty="0"/>
              <a:t>进行优化</a:t>
            </a:r>
            <a:endParaRPr lang="en-US" altLang="zh-CN" sz="1800" dirty="0"/>
          </a:p>
          <a:p>
            <a:pPr lvl="1"/>
            <a:r>
              <a:rPr lang="zh-CN" altLang="en-US" sz="1800" dirty="0"/>
              <a:t>在</a:t>
            </a:r>
            <a:r>
              <a:rPr lang="en-US" altLang="zh-CN" sz="1800" dirty="0"/>
              <a:t>pg-19, </a:t>
            </a:r>
            <a:r>
              <a:rPr lang="en-US" altLang="zh-CN" sz="1800" dirty="0" err="1"/>
              <a:t>wikitext</a:t>
            </a:r>
            <a:r>
              <a:rPr lang="zh-CN" altLang="en-US" sz="1800" dirty="0"/>
              <a:t>等数据集上进行</a:t>
            </a:r>
            <a:r>
              <a:rPr lang="en-US" altLang="zh-CN" sz="1800" dirty="0"/>
              <a:t>ppl</a:t>
            </a:r>
            <a:r>
              <a:rPr lang="zh-CN" altLang="en-US" sz="1800" dirty="0"/>
              <a:t>测试和加速测试</a:t>
            </a:r>
            <a:endParaRPr lang="en-US" altLang="zh-CN" sz="1800" dirty="0"/>
          </a:p>
          <a:p>
            <a:pPr marL="912495" lvl="2" indent="0">
              <a:buNone/>
            </a:pPr>
            <a:r>
              <a:rPr lang="zh-CN" altLang="en-US" sz="1500" dirty="0"/>
              <a:t>注：</a:t>
            </a:r>
            <a:r>
              <a:rPr lang="en-US" altLang="zh-CN" sz="1500" dirty="0"/>
              <a:t>pg-19</a:t>
            </a:r>
            <a:r>
              <a:rPr lang="zh-CN" altLang="en-US" sz="1500" dirty="0"/>
              <a:t>为超长文本数据集，可取单一</a:t>
            </a:r>
            <a:r>
              <a:rPr lang="en-US" altLang="zh-CN" sz="1500" dirty="0"/>
              <a:t>sample</a:t>
            </a:r>
            <a:r>
              <a:rPr lang="zh-CN" altLang="en-US" sz="1500" dirty="0"/>
              <a:t>进行测试即可</a:t>
            </a:r>
            <a:endParaRPr lang="zh-CN" altLang="en-US" sz="1500" dirty="0"/>
          </a:p>
          <a:p>
            <a:pPr marL="912495" lvl="2" indent="0">
              <a:buNone/>
            </a:pP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参考加速指标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/>
              <a:t>TTFT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Time To First Token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/>
              <a:t>TPOT: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Time Per Output Token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Throughput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/>
              <a:t>Total/average FLOPs: Floating Point Operations over the sequence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大作业：语言模型高效推理（小组部分）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/>
              <a:t>论文要求：</a:t>
            </a:r>
            <a:endParaRPr lang="zh-CN" altLang="en-US" sz="2000" dirty="0"/>
          </a:p>
          <a:p>
            <a:pPr lvl="1"/>
            <a:r>
              <a:rPr lang="zh-CN" altLang="en-US" sz="1800" dirty="0"/>
              <a:t>使用</a:t>
            </a:r>
            <a:r>
              <a:rPr lang="en-GB" altLang="zh-CN" sz="1800" dirty="0"/>
              <a:t>NeurIPS</a:t>
            </a:r>
            <a:r>
              <a:rPr lang="zh-CN" altLang="en-US" sz="1800" dirty="0"/>
              <a:t>模板撰写英文论文（在压缩包提供），正文不超过</a:t>
            </a:r>
            <a:r>
              <a:rPr lang="en-US" altLang="zh-CN" sz="1800" dirty="0"/>
              <a:t>4</a:t>
            </a:r>
            <a:r>
              <a:rPr lang="zh-CN" altLang="en-US" sz="1800" dirty="0"/>
              <a:t>页</a:t>
            </a:r>
            <a:endParaRPr lang="en-US" altLang="zh-CN" sz="1800" dirty="0"/>
          </a:p>
          <a:p>
            <a:pPr lvl="1"/>
            <a:r>
              <a:rPr lang="zh-CN" altLang="en-US" sz="1800" dirty="0"/>
              <a:t>包含</a:t>
            </a:r>
            <a:r>
              <a:rPr lang="en-US" altLang="zh-CN" sz="1800" dirty="0"/>
              <a:t>abstract,</a:t>
            </a:r>
            <a:r>
              <a:rPr lang="zh-CN" altLang="en-US" sz="1800" dirty="0"/>
              <a:t> </a:t>
            </a:r>
            <a:r>
              <a:rPr lang="en-GB" altLang="zh-CN" sz="1800" dirty="0"/>
              <a:t>intro</a:t>
            </a:r>
            <a:r>
              <a:rPr lang="en-US" altLang="zh-CN" sz="1800" dirty="0"/>
              <a:t>,</a:t>
            </a:r>
            <a:r>
              <a:rPr lang="zh-CN" altLang="en-US" sz="1800" dirty="0"/>
              <a:t> </a:t>
            </a:r>
            <a:r>
              <a:rPr lang="en-GB" altLang="zh-CN" sz="1800" dirty="0"/>
              <a:t>method, experiments</a:t>
            </a:r>
            <a:endParaRPr lang="en-US" altLang="zh-CN" sz="1800" dirty="0"/>
          </a:p>
          <a:p>
            <a:pPr lvl="1"/>
            <a:r>
              <a:rPr lang="zh-CN" altLang="en-US" sz="1800" dirty="0"/>
              <a:t>随论文提交可以复现实验结果的代码（可以是链接附在论文内；个人部分的链接也贴在论文里即可）</a:t>
            </a:r>
            <a:endParaRPr lang="zh-CN" altLang="en-US" sz="1800" dirty="0"/>
          </a:p>
          <a:p>
            <a:pPr lvl="1"/>
            <a:endParaRPr lang="en-US" altLang="zh-CN" sz="1800" dirty="0"/>
          </a:p>
          <a:p>
            <a:r>
              <a:rPr lang="zh-CN" altLang="en-US" sz="2000" dirty="0"/>
              <a:t>评分标准：</a:t>
            </a:r>
            <a:endParaRPr lang="zh-CN" altLang="en-US" sz="2000" dirty="0"/>
          </a:p>
          <a:p>
            <a:pPr lvl="1"/>
            <a:r>
              <a:rPr lang="zh-CN" altLang="en-US" sz="1800" dirty="0"/>
              <a:t>以</a:t>
            </a:r>
            <a:r>
              <a:rPr lang="en-US" altLang="zh-CN" sz="1800" dirty="0"/>
              <a:t>NeuIPS</a:t>
            </a:r>
            <a:r>
              <a:rPr lang="zh-CN" altLang="en-US" sz="1800" dirty="0"/>
              <a:t>会议</a:t>
            </a:r>
            <a:r>
              <a:rPr lang="en-US" altLang="zh-CN" sz="1800" dirty="0"/>
              <a:t>Review</a:t>
            </a:r>
            <a:r>
              <a:rPr lang="zh-CN" altLang="en-US" sz="1800" dirty="0"/>
              <a:t>的标准对论文质量评分（小组内成员共享）</a:t>
            </a:r>
            <a:endParaRPr lang="zh-CN" altLang="en-US" sz="1800" dirty="0"/>
          </a:p>
          <a:p>
            <a:pPr lvl="2"/>
            <a:r>
              <a:rPr lang="zh-CN" altLang="en-US" sz="1500" dirty="0"/>
              <a:t>创新：</a:t>
            </a:r>
            <a:r>
              <a:rPr lang="zh-CN" altLang="en-US" sz="1500" dirty="0">
                <a:sym typeface="+mn-ea"/>
              </a:rPr>
              <a:t>设计出相应的改进算法，将根据改进算法的质量和有效性进行评分；</a:t>
            </a:r>
            <a:r>
              <a:rPr lang="zh-CN" altLang="en-US" sz="1500" dirty="0"/>
              <a:t>若是在已有方法上进行的原创性改进，应在报告中汇报其本身算法的参考文献</a:t>
            </a:r>
            <a:endParaRPr lang="zh-CN" altLang="en-US" sz="1500" dirty="0"/>
          </a:p>
          <a:p>
            <a:pPr lvl="2"/>
            <a:r>
              <a:rPr lang="zh-CN" altLang="en-US" sz="1500" dirty="0"/>
              <a:t>严谨：</a:t>
            </a:r>
            <a:r>
              <a:rPr lang="zh-CN" altLang="en-US" sz="1500" dirty="0">
                <a:sym typeface="+mn-ea"/>
              </a:rPr>
              <a:t>相关的实验或者错误分析，进行严谨的论证，而非凭空猜测</a:t>
            </a:r>
            <a:endParaRPr lang="zh-CN" altLang="en-US" sz="1500" dirty="0">
              <a:sym typeface="+mn-ea"/>
            </a:endParaRPr>
          </a:p>
          <a:p>
            <a:pPr lvl="2"/>
            <a:r>
              <a:rPr lang="zh-CN" altLang="en-US" sz="1500" dirty="0">
                <a:sym typeface="+mn-ea"/>
              </a:rPr>
              <a:t>诚信：不追求高性能以及大的提升，但要求学术诚信以及研究的规范</a:t>
            </a:r>
            <a:endParaRPr lang="zh-CN" altLang="en-US" sz="1500" dirty="0"/>
          </a:p>
          <a:p>
            <a:pPr lvl="2"/>
            <a:endParaRPr lang="zh-CN" altLang="en-US" sz="1500" dirty="0"/>
          </a:p>
          <a:p>
            <a:pPr marL="0" lvl="0" indent="0">
              <a:buNone/>
            </a:pP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大作业：语言模型高效推理（小组部分）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设计出相应的改进算法，将根据改进算法的质量和有效性进行评分</a:t>
            </a:r>
            <a:endParaRPr lang="en-US" altLang="zh-CN" sz="1800" dirty="0"/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可以在某个已有的算法基础上进行改进，若是在已有方法上进行的原创性改进，应在报告中汇报其本身算法的参考文献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分析与讨论：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开放式的讨论，包括但不限于对于性能瓶颈的讨论、对于某种方法为什么会没有效果的讨论等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建议提供相关的实验或者错误分析，进行严谨的论证，而非凭空猜测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分组完成：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每小组人数不超过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人，只需一个人提交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/>
              <a:t>需在报告中注明分工和工作量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性能不是决定最终得分的唯一指标，不追求高性能以及大的提升，但要求学术诚信以及研究的规范，希望大家可以抱着探索的精神完成这次作业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大作业：语言模型高效推理</a:t>
            </a:r>
            <a:endParaRPr lang="zh-CN" altLang="x-none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ym typeface="+mn-ea"/>
              </a:rPr>
              <a:t>大作业：语言模型高效推理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CN" sz="1600" b="1" dirty="0">
              <a:latin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DDL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23:59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（从明日起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天）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49d4f78-774d-42f1-965a-d7673dcf9ee6"/>
  <p:tag name="COMMONDATA" val="eyJoZGlkIjoiYzYwNjEzYWE1MGYxNTU0YTU0NzIxM2Y3ODQ4NmU4NGMifQ=="/>
</p:tagLst>
</file>

<file path=ppt/theme/theme1.xml><?xml version="1.0" encoding="utf-8"?>
<a:theme xmlns:a="http://schemas.openxmlformats.org/drawingml/2006/main" name="2_標準デザイン">
  <a:themeElements>
    <a:clrScheme name="2_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標準デザイン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313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313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2_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2022</Words>
  <Application>WPS 演示</Application>
  <PresentationFormat>信纸(8.5x11 英寸)</PresentationFormat>
  <Paragraphs>168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MS PGothic</vt:lpstr>
      <vt:lpstr>微软雅黑</vt:lpstr>
      <vt:lpstr>Arial Narrow</vt:lpstr>
      <vt:lpstr>Arial Regular</vt:lpstr>
      <vt:lpstr>Gill Sans</vt:lpstr>
      <vt:lpstr>Gill Sans</vt:lpstr>
      <vt:lpstr>Tahoma</vt:lpstr>
      <vt:lpstr>System Font Regular</vt:lpstr>
      <vt:lpstr>Yu Gothic UI</vt:lpstr>
      <vt:lpstr>Times New Roman</vt:lpstr>
      <vt:lpstr>MS PGothic</vt:lpstr>
      <vt:lpstr>MS PMincho</vt:lpstr>
      <vt:lpstr>MS PMincho</vt:lpstr>
      <vt:lpstr>Segoe Print</vt:lpstr>
      <vt:lpstr>Arial</vt:lpstr>
      <vt:lpstr>Arial Unicode MS</vt:lpstr>
      <vt:lpstr>Saturday Sans Regular</vt:lpstr>
      <vt:lpstr>2_標準デザイン</vt:lpstr>
      <vt:lpstr>大作业：语言模型高效推理</vt:lpstr>
      <vt:lpstr>大作业：语言模型高效推理</vt:lpstr>
      <vt:lpstr>大作业：语言模型高效推理</vt:lpstr>
      <vt:lpstr>大作业：语言模型高效推理</vt:lpstr>
      <vt:lpstr>大作业：语言模型高效推理</vt:lpstr>
      <vt:lpstr>大作业：语言模型高效推理</vt:lpstr>
      <vt:lpstr>大作业：语言模型高效推理</vt:lpstr>
      <vt:lpstr>大作业：语言模型高效推理（个人部分）</vt:lpstr>
      <vt:lpstr>大作业：语言模型高效推理（小组部分）</vt:lpstr>
      <vt:lpstr>大作业：语言模型高效推理（小组部分）</vt:lpstr>
      <vt:lpstr>大作业：语言模型高效推理</vt:lpstr>
      <vt:lpstr>大作业：语言模型高效推理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Prologue</dc:title>
  <dc:creator>Kai Yu</dc:creator>
  <cp:lastModifiedBy>丹提诺艾❤️</cp:lastModifiedBy>
  <cp:revision>487</cp:revision>
  <cp:lastPrinted>2022-09-15T09:45:00Z</cp:lastPrinted>
  <dcterms:created xsi:type="dcterms:W3CDTF">2022-09-15T09:45:00Z</dcterms:created>
  <dcterms:modified xsi:type="dcterms:W3CDTF">2026-04-12T03:44:31Z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29723AB5F98651880EC92263E33608CD</vt:lpwstr>
  </property>
  <property fmtid="{D5CDD505-2E9C-101B-9397-08002B2CF9AE}" pid="3" name="KSOProductBuildVer">
    <vt:lpwstr>2052-12.1.0.25225</vt:lpwstr>
  </property>
</Properties>
</file>